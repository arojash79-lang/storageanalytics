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slideLayouts/slideLayout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 autoCompressPictures="0">
  <p:sldMasterIdLst>
    <p:sldMasterId id="2147483728" r:id="rId4"/>
    <p:sldMasterId id="2147483748" r:id="rId5"/>
    <p:sldMasterId id="2147483716" r:id="rId6"/>
    <p:sldMasterId id="2147483736" r:id="rId7"/>
    <p:sldMasterId id="2147483720" r:id="rId8"/>
    <p:sldMasterId id="2147483739" r:id="rId9"/>
  </p:sldMasterIdLst>
  <p:notesMasterIdLst>
    <p:notesMasterId r:id="rId18"/>
  </p:notesMasterIdLst>
  <p:handoutMasterIdLst>
    <p:handoutMasterId r:id="rId19"/>
  </p:handoutMasterIdLst>
  <p:sldIdLst>
    <p:sldId id="421" r:id="rId10"/>
    <p:sldId id="419" r:id="rId11"/>
    <p:sldId id="422" r:id="rId12"/>
    <p:sldId id="423" r:id="rId13"/>
    <p:sldId id="430" r:id="rId14"/>
    <p:sldId id="424" r:id="rId15"/>
    <p:sldId id="425" r:id="rId16"/>
    <p:sldId id="418" r:id="rId17"/>
  </p:sldIdLst>
  <p:sldSz cx="24479250" cy="13679488"/>
  <p:notesSz cx="6858000" cy="9144000"/>
  <p:defaultTextStyle>
    <a:defPPr>
      <a:defRPr lang="es-ES"/>
    </a:defPPr>
    <a:lvl1pPr algn="l" defTabSz="825500" rtl="0" eaLnBrk="0" fontAlgn="base" hangingPunct="0">
      <a:spcBef>
        <a:spcPct val="0"/>
      </a:spcBef>
      <a:spcAft>
        <a:spcPct val="0"/>
      </a:spcAft>
      <a:defRPr sz="3000" b="1" kern="1200">
        <a:solidFill>
          <a:srgbClr val="000000"/>
        </a:solidFill>
        <a:latin typeface="Helvetica Neue" panose="02000503000000020004" pitchFamily="2" charset="0"/>
        <a:ea typeface="ＭＳ Ｐゴシック" panose="020B0600070205080204" pitchFamily="34" charset="-128"/>
        <a:cs typeface="+mn-cs"/>
        <a:sym typeface="Helvetica Neue" panose="02000503000000020004" pitchFamily="2" charset="0"/>
      </a:defRPr>
    </a:lvl1pPr>
    <a:lvl2pPr marL="457200" indent="-228600" algn="l" defTabSz="825500" rtl="0" eaLnBrk="0" fontAlgn="base" hangingPunct="0">
      <a:spcBef>
        <a:spcPct val="0"/>
      </a:spcBef>
      <a:spcAft>
        <a:spcPct val="0"/>
      </a:spcAft>
      <a:defRPr sz="3000" b="1" kern="1200">
        <a:solidFill>
          <a:srgbClr val="000000"/>
        </a:solidFill>
        <a:latin typeface="Helvetica Neue" panose="02000503000000020004" pitchFamily="2" charset="0"/>
        <a:ea typeface="ＭＳ Ｐゴシック" panose="020B0600070205080204" pitchFamily="34" charset="-128"/>
        <a:cs typeface="+mn-cs"/>
        <a:sym typeface="Helvetica Neue" panose="02000503000000020004" pitchFamily="2" charset="0"/>
      </a:defRPr>
    </a:lvl2pPr>
    <a:lvl3pPr marL="914400" indent="-457200" algn="l" defTabSz="825500" rtl="0" eaLnBrk="0" fontAlgn="base" hangingPunct="0">
      <a:spcBef>
        <a:spcPct val="0"/>
      </a:spcBef>
      <a:spcAft>
        <a:spcPct val="0"/>
      </a:spcAft>
      <a:defRPr sz="3000" b="1" kern="1200">
        <a:solidFill>
          <a:srgbClr val="000000"/>
        </a:solidFill>
        <a:latin typeface="Helvetica Neue" panose="02000503000000020004" pitchFamily="2" charset="0"/>
        <a:ea typeface="ＭＳ Ｐゴシック" panose="020B0600070205080204" pitchFamily="34" charset="-128"/>
        <a:cs typeface="+mn-cs"/>
        <a:sym typeface="Helvetica Neue" panose="02000503000000020004" pitchFamily="2" charset="0"/>
      </a:defRPr>
    </a:lvl3pPr>
    <a:lvl4pPr marL="1371600" indent="-685800" algn="l" defTabSz="825500" rtl="0" eaLnBrk="0" fontAlgn="base" hangingPunct="0">
      <a:spcBef>
        <a:spcPct val="0"/>
      </a:spcBef>
      <a:spcAft>
        <a:spcPct val="0"/>
      </a:spcAft>
      <a:defRPr sz="3000" b="1" kern="1200">
        <a:solidFill>
          <a:srgbClr val="000000"/>
        </a:solidFill>
        <a:latin typeface="Helvetica Neue" panose="02000503000000020004" pitchFamily="2" charset="0"/>
        <a:ea typeface="ＭＳ Ｐゴシック" panose="020B0600070205080204" pitchFamily="34" charset="-128"/>
        <a:cs typeface="+mn-cs"/>
        <a:sym typeface="Helvetica Neue" panose="02000503000000020004" pitchFamily="2" charset="0"/>
      </a:defRPr>
    </a:lvl4pPr>
    <a:lvl5pPr marL="1828800" indent="-914400" algn="l" defTabSz="825500" rtl="0" eaLnBrk="0" fontAlgn="base" hangingPunct="0">
      <a:spcBef>
        <a:spcPct val="0"/>
      </a:spcBef>
      <a:spcAft>
        <a:spcPct val="0"/>
      </a:spcAft>
      <a:defRPr sz="3000" b="1" kern="1200">
        <a:solidFill>
          <a:srgbClr val="000000"/>
        </a:solidFill>
        <a:latin typeface="Helvetica Neue" panose="02000503000000020004" pitchFamily="2" charset="0"/>
        <a:ea typeface="ＭＳ Ｐゴシック" panose="020B0600070205080204" pitchFamily="34" charset="-128"/>
        <a:cs typeface="+mn-cs"/>
        <a:sym typeface="Helvetica Neue" panose="02000503000000020004" pitchFamily="2" charset="0"/>
      </a:defRPr>
    </a:lvl5pPr>
    <a:lvl6pPr marL="2286000" algn="l" defTabSz="914400" rtl="0" eaLnBrk="1" latinLnBrk="0" hangingPunct="1">
      <a:defRPr sz="3000" b="1" kern="1200">
        <a:solidFill>
          <a:srgbClr val="000000"/>
        </a:solidFill>
        <a:latin typeface="Helvetica Neue" panose="02000503000000020004" pitchFamily="2" charset="0"/>
        <a:ea typeface="ＭＳ Ｐゴシック" panose="020B0600070205080204" pitchFamily="34" charset="-128"/>
        <a:cs typeface="+mn-cs"/>
        <a:sym typeface="Helvetica Neue" panose="02000503000000020004" pitchFamily="2" charset="0"/>
      </a:defRPr>
    </a:lvl6pPr>
    <a:lvl7pPr marL="2743200" algn="l" defTabSz="914400" rtl="0" eaLnBrk="1" latinLnBrk="0" hangingPunct="1">
      <a:defRPr sz="3000" b="1" kern="1200">
        <a:solidFill>
          <a:srgbClr val="000000"/>
        </a:solidFill>
        <a:latin typeface="Helvetica Neue" panose="02000503000000020004" pitchFamily="2" charset="0"/>
        <a:ea typeface="ＭＳ Ｐゴシック" panose="020B0600070205080204" pitchFamily="34" charset="-128"/>
        <a:cs typeface="+mn-cs"/>
        <a:sym typeface="Helvetica Neue" panose="02000503000000020004" pitchFamily="2" charset="0"/>
      </a:defRPr>
    </a:lvl7pPr>
    <a:lvl8pPr marL="3200400" algn="l" defTabSz="914400" rtl="0" eaLnBrk="1" latinLnBrk="0" hangingPunct="1">
      <a:defRPr sz="3000" b="1" kern="1200">
        <a:solidFill>
          <a:srgbClr val="000000"/>
        </a:solidFill>
        <a:latin typeface="Helvetica Neue" panose="02000503000000020004" pitchFamily="2" charset="0"/>
        <a:ea typeface="ＭＳ Ｐゴシック" panose="020B0600070205080204" pitchFamily="34" charset="-128"/>
        <a:cs typeface="+mn-cs"/>
        <a:sym typeface="Helvetica Neue" panose="02000503000000020004" pitchFamily="2" charset="0"/>
      </a:defRPr>
    </a:lvl8pPr>
    <a:lvl9pPr marL="3657600" algn="l" defTabSz="914400" rtl="0" eaLnBrk="1" latinLnBrk="0" hangingPunct="1">
      <a:defRPr sz="3000" b="1" kern="1200">
        <a:solidFill>
          <a:srgbClr val="000000"/>
        </a:solidFill>
        <a:latin typeface="Helvetica Neue" panose="02000503000000020004" pitchFamily="2" charset="0"/>
        <a:ea typeface="ＭＳ Ｐゴシック" panose="020B0600070205080204" pitchFamily="34" charset="-128"/>
        <a:cs typeface="+mn-cs"/>
        <a:sym typeface="Helvetica Neue" panose="02000503000000020004" pitchFamily="2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803">
          <p15:clr>
            <a:srgbClr val="A4A3A4"/>
          </p15:clr>
        </p15:guide>
        <p15:guide id="2" pos="771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3CB166-B5E8-FC83-2409-98B00C252319}" v="396" dt="2025-05-09T17:15:36.727"/>
    <p1510:client id="{35106FE4-690E-2A3C-2F32-C0252B824CE7}" v="6" dt="2025-05-09T18:56:39.366"/>
    <p1510:client id="{46627159-C7F3-D23D-4F83-49575271BE7F}" v="15" dt="2025-05-09T19:30:15.957"/>
    <p1510:client id="{522094D0-3041-1D7E-4BEC-BF06E32B20CA}" v="8" dt="2025-05-09T19:01:43.406"/>
    <p1510:client id="{6538974A-2F78-5992-5AD2-45FDFFD12876}" v="2" dt="2025-05-08T21:39:28.931"/>
    <p1510:client id="{6A9B70BE-5025-0393-2D14-1BCF7CA0B9EC}" v="383" dt="2025-05-09T05:00:29.260"/>
    <p1510:client id="{7D8CDE76-A9C6-6010-DFDB-9B37889E95E0}" v="4" dt="2025-05-09T18:58:36.214"/>
    <p1510:client id="{AC82DE54-4934-9121-030D-074BD2937495}" v="218" dt="2025-05-09T03:00:32.361"/>
    <p1510:client id="{B6E91FF6-C689-5C53-FC89-801D7921DB10}" v="78" dt="2025-05-09T20:15:56.945"/>
    <p1510:client id="{C3561B14-2AE0-69B5-7B65-59DC61C0DD87}" v="11" dt="2025-05-09T03:39:21.1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972" y="84"/>
      </p:cViewPr>
      <p:guideLst>
        <p:guide orient="horz" pos="6803"/>
        <p:guide pos="77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tableStyles" Target="tableStyles.xml"/><Relationship Id="rId10" Type="http://schemas.openxmlformats.org/officeDocument/2006/relationships/slide" Target="slides/slide1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42547F79-797C-A4D7-018C-D0DD6555C2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>
              <a:defRPr sz="1200">
                <a:latin typeface="Helvetica Neue" charset="0"/>
                <a:ea typeface="ＭＳ Ｐゴシック" charset="0"/>
                <a:cs typeface="Helvetica Neue" charset="0"/>
                <a:sym typeface="Helvetica Neue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F400C39-3762-4DDF-DCA9-AA57FB9EC9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>
              <a:defRPr sz="1200" smtClean="0"/>
            </a:lvl1pPr>
          </a:lstStyle>
          <a:p>
            <a:pPr>
              <a:defRPr/>
            </a:pPr>
            <a:fld id="{CC8763D4-BACB-594C-9AB6-8429EB27F034}" type="datetimeFigureOut">
              <a:rPr lang="es-ES" altLang="es-CL"/>
              <a:pPr>
                <a:defRPr/>
              </a:pPr>
              <a:t>13/06/2026</a:t>
            </a:fld>
            <a:endParaRPr lang="es-ES" alt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4AB5877-2A55-27C5-A7D8-B5A47200CF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>
              <a:defRPr sz="1200">
                <a:latin typeface="Helvetica Neue" charset="0"/>
                <a:ea typeface="ＭＳ Ｐゴシック" charset="0"/>
                <a:cs typeface="Helvetica Neue" charset="0"/>
                <a:sym typeface="Helvetica Neue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57DAD23-E7E5-D448-C852-F3038607516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>
              <a:defRPr sz="1200" smtClean="0"/>
            </a:lvl1pPr>
          </a:lstStyle>
          <a:p>
            <a:pPr>
              <a:defRPr/>
            </a:pPr>
            <a:fld id="{F6BD1C17-5CA3-4940-BFF4-4A06DBFD227B}" type="slidenum">
              <a:rPr lang="es-ES" altLang="es-CL"/>
              <a:pPr>
                <a:defRPr/>
              </a:pPr>
              <a:t>‹Nº›</a:t>
            </a:fld>
            <a:endParaRPr lang="es-ES" altLang="es-CL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>
            <a:extLst>
              <a:ext uri="{FF2B5EF4-FFF2-40B4-BE49-F238E27FC236}">
                <a16:creationId xmlns:a16="http://schemas.microsoft.com/office/drawing/2014/main" id="{3083CB5C-6251-47EB-1869-D24250F3A5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61950" y="685800"/>
            <a:ext cx="61341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97CA987-C943-74E3-D89B-9056CEC9400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>
                <a:sym typeface="Helvetica Neue" charset="0"/>
              </a:rPr>
              <a:t>Click to edit Master text styles</a:t>
            </a:r>
          </a:p>
          <a:p>
            <a:pPr lvl="1"/>
            <a:r>
              <a:rPr lang="es-ES" noProof="0">
                <a:sym typeface="Helvetica Neue" charset="0"/>
              </a:rPr>
              <a:t>Second level</a:t>
            </a:r>
          </a:p>
          <a:p>
            <a:pPr lvl="2"/>
            <a:r>
              <a:rPr lang="es-ES" noProof="0">
                <a:sym typeface="Helvetica Neue" charset="0"/>
              </a:rPr>
              <a:t>Third level</a:t>
            </a:r>
          </a:p>
          <a:p>
            <a:pPr lvl="3"/>
            <a:r>
              <a:rPr lang="es-ES" noProof="0">
                <a:sym typeface="Helvetica Neue" charset="0"/>
              </a:rPr>
              <a:t>Fourth level</a:t>
            </a:r>
          </a:p>
          <a:p>
            <a:pPr lvl="4"/>
            <a:r>
              <a:rPr lang="es-ES" noProof="0">
                <a:sym typeface="Helvetica Neue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ＭＳ Ｐゴシック" charset="0"/>
        <a:cs typeface="Helvetica Neue" charset="0"/>
        <a:sym typeface="Helvetica Neue" panose="02000503000000020004" pitchFamily="2" charset="0"/>
      </a:defRPr>
    </a:lvl1pPr>
    <a:lvl2pPr indent="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panose="02000503000000020004" pitchFamily="2" charset="0"/>
      </a:defRPr>
    </a:lvl2pPr>
    <a:lvl3pPr indent="4572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panose="02000503000000020004" pitchFamily="2" charset="0"/>
      </a:defRPr>
    </a:lvl3pPr>
    <a:lvl4pPr indent="6858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panose="02000503000000020004" pitchFamily="2" charset="0"/>
      </a:defRPr>
    </a:lvl4pPr>
    <a:lvl5pPr indent="9144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panose="02000503000000020004" pitchFamily="2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9209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36738" y="4249738"/>
            <a:ext cx="20807362" cy="2932112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499507" y="7472985"/>
            <a:ext cx="17135475" cy="3495675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794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0934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69394" y="656598"/>
            <a:ext cx="20807362" cy="2932112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45948" y="3601067"/>
            <a:ext cx="17135475" cy="34956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5489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92986" y="981342"/>
            <a:ext cx="22031325" cy="2279650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23964" y="3440266"/>
            <a:ext cx="18601054" cy="6285993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0355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69079" y="1043294"/>
            <a:ext cx="22031325" cy="2279650"/>
          </a:xfrm>
          <a:prstGeom prst="rect">
            <a:avLst/>
          </a:prstGeom>
        </p:spPr>
        <p:txBody>
          <a:bodyPr anchor="ctr"/>
          <a:lstStyle>
            <a:lvl1pPr algn="l">
              <a:defRPr sz="7200">
                <a:solidFill>
                  <a:srgbClr val="FFFFFF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7273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511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36738" y="4249738"/>
            <a:ext cx="20807362" cy="2932112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671888" y="7751763"/>
            <a:ext cx="17135475" cy="34956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8848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Imagen 2">
            <a:extLst>
              <a:ext uri="{FF2B5EF4-FFF2-40B4-BE49-F238E27FC236}">
                <a16:creationId xmlns:a16="http://schemas.microsoft.com/office/drawing/2014/main" id="{58B7F112-1733-1DE8-138D-A8E16B13D0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24479250" cy="136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7" name="Grupo 37">
            <a:extLst>
              <a:ext uri="{FF2B5EF4-FFF2-40B4-BE49-F238E27FC236}">
                <a16:creationId xmlns:a16="http://schemas.microsoft.com/office/drawing/2014/main" id="{30C6D515-9CF4-C9ED-5870-7FAE68683BF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0"/>
            <a:ext cx="24479250" cy="13679488"/>
            <a:chOff x="1" y="0"/>
            <a:chExt cx="24479250" cy="13680000"/>
          </a:xfrm>
        </p:grpSpPr>
        <p:sp>
          <p:nvSpPr>
            <p:cNvPr id="8" name="Rectángulo 51">
              <a:extLst>
                <a:ext uri="{FF2B5EF4-FFF2-40B4-BE49-F238E27FC236}">
                  <a16:creationId xmlns:a16="http://schemas.microsoft.com/office/drawing/2014/main" id="{11B8BBE1-C812-2B52-F643-20DC41F583C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" y="0"/>
              <a:ext cx="24479250" cy="360376"/>
            </a:xfrm>
            <a:prstGeom prst="rect">
              <a:avLst/>
            </a:prstGeom>
            <a:solidFill>
              <a:srgbClr val="2F7CE1"/>
            </a:solidFill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9pPr>
            </a:lstStyle>
            <a:p>
              <a:pPr algn="ctr" eaLnBrk="1">
                <a:defRPr/>
              </a:pPr>
              <a:endParaRPr lang="es-CL" altLang="es-CL"/>
            </a:p>
          </p:txBody>
        </p:sp>
        <p:sp>
          <p:nvSpPr>
            <p:cNvPr id="9" name="Rectángulo 50">
              <a:extLst>
                <a:ext uri="{FF2B5EF4-FFF2-40B4-BE49-F238E27FC236}">
                  <a16:creationId xmlns:a16="http://schemas.microsoft.com/office/drawing/2014/main" id="{D59C1F62-A6B9-BA16-1FBF-9274AEC2F37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" y="13319624"/>
              <a:ext cx="24479250" cy="360376"/>
            </a:xfrm>
            <a:prstGeom prst="rect">
              <a:avLst/>
            </a:prstGeom>
            <a:solidFill>
              <a:srgbClr val="2F7CE1"/>
            </a:solidFill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9pPr>
            </a:lstStyle>
            <a:p>
              <a:pPr algn="ctr" eaLnBrk="1">
                <a:defRPr/>
              </a:pPr>
              <a:endParaRPr lang="es-CL" altLang="es-CL"/>
            </a:p>
          </p:txBody>
        </p:sp>
        <p:sp>
          <p:nvSpPr>
            <p:cNvPr id="10" name="Rectángulo 52">
              <a:extLst>
                <a:ext uri="{FF2B5EF4-FFF2-40B4-BE49-F238E27FC236}">
                  <a16:creationId xmlns:a16="http://schemas.microsoft.com/office/drawing/2014/main" id="{A559513A-E4AF-5B3F-8414-3366E2337AA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-5400000">
              <a:off x="-6659817" y="6659818"/>
              <a:ext cx="13680000" cy="360363"/>
            </a:xfrm>
            <a:prstGeom prst="rect">
              <a:avLst/>
            </a:prstGeom>
            <a:solidFill>
              <a:srgbClr val="2F7CE1"/>
            </a:solidFill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9pPr>
            </a:lstStyle>
            <a:p>
              <a:pPr algn="ctr" eaLnBrk="1">
                <a:defRPr/>
              </a:pPr>
              <a:endParaRPr lang="es-CL" altLang="es-CL"/>
            </a:p>
          </p:txBody>
        </p:sp>
        <p:sp>
          <p:nvSpPr>
            <p:cNvPr id="11" name="Rectángulo 53">
              <a:extLst>
                <a:ext uri="{FF2B5EF4-FFF2-40B4-BE49-F238E27FC236}">
                  <a16:creationId xmlns:a16="http://schemas.microsoft.com/office/drawing/2014/main" id="{2854A93E-1374-0C9D-05D8-71CBDB7AA73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-5400000">
              <a:off x="17459070" y="6659819"/>
              <a:ext cx="13680000" cy="360362"/>
            </a:xfrm>
            <a:prstGeom prst="rect">
              <a:avLst/>
            </a:prstGeom>
            <a:solidFill>
              <a:srgbClr val="2F7CE1"/>
            </a:solidFill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9pPr>
            </a:lstStyle>
            <a:p>
              <a:pPr algn="ctr" eaLnBrk="1">
                <a:defRPr/>
              </a:pPr>
              <a:endParaRPr lang="es-CL" altLang="es-CL"/>
            </a:p>
          </p:txBody>
        </p:sp>
      </p:grpSp>
      <p:sp>
        <p:nvSpPr>
          <p:cNvPr id="12" name="Rectángulo 34">
            <a:extLst>
              <a:ext uri="{FF2B5EF4-FFF2-40B4-BE49-F238E27FC236}">
                <a16:creationId xmlns:a16="http://schemas.microsoft.com/office/drawing/2014/main" id="{D35CE9B0-5D8A-C1BF-6AB8-14DD38DF5B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347950" y="13319125"/>
            <a:ext cx="1084263" cy="360363"/>
          </a:xfrm>
          <a:prstGeom prst="rect">
            <a:avLst/>
          </a:prstGeom>
          <a:solidFill>
            <a:srgbClr val="FDD902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13" name="Rectángulo 46">
            <a:extLst>
              <a:ext uri="{FF2B5EF4-FFF2-40B4-BE49-F238E27FC236}">
                <a16:creationId xmlns:a16="http://schemas.microsoft.com/office/drawing/2014/main" id="{7CDFDDD8-62DE-4AD0-BE28-DEF3DD5294E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432213" y="13319125"/>
            <a:ext cx="1439862" cy="360363"/>
          </a:xfrm>
          <a:prstGeom prst="rect">
            <a:avLst/>
          </a:prstGeom>
          <a:solidFill>
            <a:srgbClr val="55565A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14" name="Rectángulo 47">
            <a:extLst>
              <a:ext uri="{FF2B5EF4-FFF2-40B4-BE49-F238E27FC236}">
                <a16:creationId xmlns:a16="http://schemas.microsoft.com/office/drawing/2014/main" id="{E144A889-6678-E7E9-4653-09B6E0E467A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851438" y="13319125"/>
            <a:ext cx="2070100" cy="360363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15" name="Rectángulo 48">
            <a:extLst>
              <a:ext uri="{FF2B5EF4-FFF2-40B4-BE49-F238E27FC236}">
                <a16:creationId xmlns:a16="http://schemas.microsoft.com/office/drawing/2014/main" id="{9125FBB5-99BB-67EC-D2A1-BFD6CB5189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921538" y="13319125"/>
            <a:ext cx="2843212" cy="360363"/>
          </a:xfrm>
          <a:prstGeom prst="rect">
            <a:avLst/>
          </a:prstGeom>
          <a:solidFill>
            <a:srgbClr val="04C9FB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Marcador de título 1">
            <a:extLst>
              <a:ext uri="{FF2B5EF4-FFF2-40B4-BE49-F238E27FC236}">
                <a16:creationId xmlns:a16="http://schemas.microsoft.com/office/drawing/2014/main" id="{6441C167-B08A-4CDD-A261-9B036E04BB4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031038" y="5265738"/>
            <a:ext cx="16224250" cy="315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CL"/>
              <a:t>CLIC PARA EDITAR TÍTULO</a:t>
            </a:r>
            <a:endParaRPr lang="es-ES" altLang="es-CL"/>
          </a:p>
        </p:txBody>
      </p:sp>
      <p:sp>
        <p:nvSpPr>
          <p:cNvPr id="2051" name="Marcador de texto 2">
            <a:extLst>
              <a:ext uri="{FF2B5EF4-FFF2-40B4-BE49-F238E27FC236}">
                <a16:creationId xmlns:a16="http://schemas.microsoft.com/office/drawing/2014/main" id="{995104BA-B0C6-0958-E558-9BDC4D927F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124700" y="8424863"/>
            <a:ext cx="16192500" cy="370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CL"/>
              <a:t>AQUÍ EL NOMBRE DE LA UNIDAD</a:t>
            </a:r>
          </a:p>
        </p:txBody>
      </p:sp>
      <p:grpSp>
        <p:nvGrpSpPr>
          <p:cNvPr id="2052" name="Grupo 37">
            <a:extLst>
              <a:ext uri="{FF2B5EF4-FFF2-40B4-BE49-F238E27FC236}">
                <a16:creationId xmlns:a16="http://schemas.microsoft.com/office/drawing/2014/main" id="{A73ADE20-AAC9-488D-9CF0-C9361EE58FE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0"/>
            <a:ext cx="24479250" cy="13679488"/>
            <a:chOff x="1" y="0"/>
            <a:chExt cx="24479250" cy="13680000"/>
          </a:xfrm>
        </p:grpSpPr>
        <p:sp>
          <p:nvSpPr>
            <p:cNvPr id="8" name="Rectángulo 51">
              <a:extLst>
                <a:ext uri="{FF2B5EF4-FFF2-40B4-BE49-F238E27FC236}">
                  <a16:creationId xmlns:a16="http://schemas.microsoft.com/office/drawing/2014/main" id="{CF5CEC98-B085-B438-CA1B-DEB738AAD4E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" y="0"/>
              <a:ext cx="24479250" cy="360376"/>
            </a:xfrm>
            <a:prstGeom prst="rect">
              <a:avLst/>
            </a:prstGeom>
            <a:solidFill>
              <a:srgbClr val="2F7CE1"/>
            </a:solidFill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9pPr>
            </a:lstStyle>
            <a:p>
              <a:pPr algn="ctr" eaLnBrk="1">
                <a:defRPr/>
              </a:pPr>
              <a:endParaRPr lang="es-CL" altLang="es-CL"/>
            </a:p>
          </p:txBody>
        </p:sp>
        <p:sp>
          <p:nvSpPr>
            <p:cNvPr id="9" name="Rectángulo 50">
              <a:extLst>
                <a:ext uri="{FF2B5EF4-FFF2-40B4-BE49-F238E27FC236}">
                  <a16:creationId xmlns:a16="http://schemas.microsoft.com/office/drawing/2014/main" id="{81709032-F3BD-91A7-A1D5-E0ACA84CDE4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" y="13319624"/>
              <a:ext cx="24479250" cy="360376"/>
            </a:xfrm>
            <a:prstGeom prst="rect">
              <a:avLst/>
            </a:prstGeom>
            <a:solidFill>
              <a:srgbClr val="2F7CE1"/>
            </a:solidFill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9pPr>
            </a:lstStyle>
            <a:p>
              <a:pPr algn="ctr" eaLnBrk="1">
                <a:defRPr/>
              </a:pPr>
              <a:endParaRPr lang="es-CL" altLang="es-CL"/>
            </a:p>
          </p:txBody>
        </p:sp>
        <p:sp>
          <p:nvSpPr>
            <p:cNvPr id="10" name="Rectángulo 52">
              <a:extLst>
                <a:ext uri="{FF2B5EF4-FFF2-40B4-BE49-F238E27FC236}">
                  <a16:creationId xmlns:a16="http://schemas.microsoft.com/office/drawing/2014/main" id="{BA782B8E-7947-F04C-D8AA-6BB2495B2A6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-5400000">
              <a:off x="-6659817" y="6659818"/>
              <a:ext cx="13680000" cy="360363"/>
            </a:xfrm>
            <a:prstGeom prst="rect">
              <a:avLst/>
            </a:prstGeom>
            <a:solidFill>
              <a:srgbClr val="2F7CE1"/>
            </a:solidFill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9pPr>
            </a:lstStyle>
            <a:p>
              <a:pPr algn="ctr" eaLnBrk="1">
                <a:defRPr/>
              </a:pPr>
              <a:endParaRPr lang="es-CL" altLang="es-CL"/>
            </a:p>
          </p:txBody>
        </p:sp>
        <p:sp>
          <p:nvSpPr>
            <p:cNvPr id="11" name="Rectángulo 53">
              <a:extLst>
                <a:ext uri="{FF2B5EF4-FFF2-40B4-BE49-F238E27FC236}">
                  <a16:creationId xmlns:a16="http://schemas.microsoft.com/office/drawing/2014/main" id="{70CF919B-EA3C-53C1-B71B-187A96EC091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-5400000">
              <a:off x="17459070" y="6659819"/>
              <a:ext cx="13680000" cy="360362"/>
            </a:xfrm>
            <a:prstGeom prst="rect">
              <a:avLst/>
            </a:prstGeom>
            <a:solidFill>
              <a:srgbClr val="2F7CE1"/>
            </a:solidFill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9pPr>
            </a:lstStyle>
            <a:p>
              <a:pPr algn="ctr" eaLnBrk="1">
                <a:defRPr/>
              </a:pPr>
              <a:endParaRPr lang="es-CL" altLang="es-CL"/>
            </a:p>
          </p:txBody>
        </p:sp>
      </p:grpSp>
      <p:sp>
        <p:nvSpPr>
          <p:cNvPr id="12" name="Rectángulo 34">
            <a:extLst>
              <a:ext uri="{FF2B5EF4-FFF2-40B4-BE49-F238E27FC236}">
                <a16:creationId xmlns:a16="http://schemas.microsoft.com/office/drawing/2014/main" id="{3B02CBD4-703D-E0E0-4ABA-7548F3AAC9C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347950" y="13319125"/>
            <a:ext cx="1084263" cy="360363"/>
          </a:xfrm>
          <a:prstGeom prst="rect">
            <a:avLst/>
          </a:prstGeom>
          <a:solidFill>
            <a:srgbClr val="FDD902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13" name="Rectángulo 46">
            <a:extLst>
              <a:ext uri="{FF2B5EF4-FFF2-40B4-BE49-F238E27FC236}">
                <a16:creationId xmlns:a16="http://schemas.microsoft.com/office/drawing/2014/main" id="{805C9B97-0CB9-0955-F255-1B7F4B95124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432213" y="13319125"/>
            <a:ext cx="1439862" cy="360363"/>
          </a:xfrm>
          <a:prstGeom prst="rect">
            <a:avLst/>
          </a:prstGeom>
          <a:solidFill>
            <a:srgbClr val="55565A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14" name="Rectángulo 47">
            <a:extLst>
              <a:ext uri="{FF2B5EF4-FFF2-40B4-BE49-F238E27FC236}">
                <a16:creationId xmlns:a16="http://schemas.microsoft.com/office/drawing/2014/main" id="{157B3230-8EFE-606E-3684-4FEF6331F2B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851438" y="13319125"/>
            <a:ext cx="2070100" cy="360363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15" name="Rectángulo 48">
            <a:extLst>
              <a:ext uri="{FF2B5EF4-FFF2-40B4-BE49-F238E27FC236}">
                <a16:creationId xmlns:a16="http://schemas.microsoft.com/office/drawing/2014/main" id="{083D2508-7594-28AD-F772-72DDC4F0F9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921538" y="13319125"/>
            <a:ext cx="2843212" cy="360363"/>
          </a:xfrm>
          <a:prstGeom prst="rect">
            <a:avLst/>
          </a:prstGeom>
          <a:solidFill>
            <a:srgbClr val="04C9FB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pic>
        <p:nvPicPr>
          <p:cNvPr id="2057" name="Imagen 15">
            <a:extLst>
              <a:ext uri="{FF2B5EF4-FFF2-40B4-BE49-F238E27FC236}">
                <a16:creationId xmlns:a16="http://schemas.microsoft.com/office/drawing/2014/main" id="{5602BB63-B2FF-7013-861A-952CA276A5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263" y="1584325"/>
            <a:ext cx="5665787" cy="329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txStyles>
    <p:titleStyle>
      <a:lvl1pPr algn="r" defTabSz="457200" rtl="0" eaLnBrk="0" fontAlgn="base" hangingPunct="0">
        <a:spcBef>
          <a:spcPct val="0"/>
        </a:spcBef>
        <a:spcAft>
          <a:spcPct val="0"/>
        </a:spcAft>
        <a:defRPr sz="9600" b="1" kern="1200">
          <a:solidFill>
            <a:srgbClr val="3D7EDB"/>
          </a:solidFill>
          <a:latin typeface="+mj-lt"/>
          <a:ea typeface="ＭＳ Ｐゴシック" charset="0"/>
          <a:cs typeface="ＭＳ Ｐゴシック" charset="0"/>
        </a:defRPr>
      </a:lvl1pPr>
      <a:lvl2pPr algn="r" defTabSz="457200" rtl="0" eaLnBrk="0" fontAlgn="base" hangingPunct="0">
        <a:spcBef>
          <a:spcPct val="0"/>
        </a:spcBef>
        <a:spcAft>
          <a:spcPct val="0"/>
        </a:spcAft>
        <a:defRPr sz="9600" b="1">
          <a:solidFill>
            <a:srgbClr val="3D7EDB"/>
          </a:solidFill>
          <a:latin typeface="Calibri" charset="0"/>
          <a:ea typeface="ＭＳ Ｐゴシック" charset="0"/>
          <a:cs typeface="ＭＳ Ｐゴシック" charset="0"/>
        </a:defRPr>
      </a:lvl2pPr>
      <a:lvl3pPr algn="r" defTabSz="457200" rtl="0" eaLnBrk="0" fontAlgn="base" hangingPunct="0">
        <a:spcBef>
          <a:spcPct val="0"/>
        </a:spcBef>
        <a:spcAft>
          <a:spcPct val="0"/>
        </a:spcAft>
        <a:defRPr sz="9600" b="1">
          <a:solidFill>
            <a:srgbClr val="3D7EDB"/>
          </a:solidFill>
          <a:latin typeface="Calibri" charset="0"/>
          <a:ea typeface="ＭＳ Ｐゴシック" charset="0"/>
          <a:cs typeface="ＭＳ Ｐゴシック" charset="0"/>
        </a:defRPr>
      </a:lvl3pPr>
      <a:lvl4pPr algn="r" defTabSz="457200" rtl="0" eaLnBrk="0" fontAlgn="base" hangingPunct="0">
        <a:spcBef>
          <a:spcPct val="0"/>
        </a:spcBef>
        <a:spcAft>
          <a:spcPct val="0"/>
        </a:spcAft>
        <a:defRPr sz="9600" b="1">
          <a:solidFill>
            <a:srgbClr val="3D7EDB"/>
          </a:solidFill>
          <a:latin typeface="Calibri" charset="0"/>
          <a:ea typeface="ＭＳ Ｐゴシック" charset="0"/>
          <a:cs typeface="ＭＳ Ｐゴシック" charset="0"/>
        </a:defRPr>
      </a:lvl4pPr>
      <a:lvl5pPr algn="r" defTabSz="457200" rtl="0" eaLnBrk="0" fontAlgn="base" hangingPunct="0">
        <a:spcBef>
          <a:spcPct val="0"/>
        </a:spcBef>
        <a:spcAft>
          <a:spcPct val="0"/>
        </a:spcAft>
        <a:defRPr sz="9600" b="1">
          <a:solidFill>
            <a:srgbClr val="3D7EDB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r" defTabSz="457200" rtl="0" fontAlgn="base">
        <a:spcBef>
          <a:spcPct val="0"/>
        </a:spcBef>
        <a:spcAft>
          <a:spcPct val="0"/>
        </a:spcAft>
        <a:defRPr sz="9600" b="1">
          <a:solidFill>
            <a:srgbClr val="3D7EDB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r" defTabSz="457200" rtl="0" fontAlgn="base">
        <a:spcBef>
          <a:spcPct val="0"/>
        </a:spcBef>
        <a:spcAft>
          <a:spcPct val="0"/>
        </a:spcAft>
        <a:defRPr sz="9600" b="1">
          <a:solidFill>
            <a:srgbClr val="3D7EDB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r" defTabSz="457200" rtl="0" fontAlgn="base">
        <a:spcBef>
          <a:spcPct val="0"/>
        </a:spcBef>
        <a:spcAft>
          <a:spcPct val="0"/>
        </a:spcAft>
        <a:defRPr sz="9600" b="1">
          <a:solidFill>
            <a:srgbClr val="3D7EDB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r" defTabSz="457200" rtl="0" fontAlgn="base">
        <a:spcBef>
          <a:spcPct val="0"/>
        </a:spcBef>
        <a:spcAft>
          <a:spcPct val="0"/>
        </a:spcAft>
        <a:defRPr sz="9600" b="1">
          <a:solidFill>
            <a:srgbClr val="3D7EDB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r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3D7EDB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r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r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r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r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upo 37">
            <a:extLst>
              <a:ext uri="{FF2B5EF4-FFF2-40B4-BE49-F238E27FC236}">
                <a16:creationId xmlns:a16="http://schemas.microsoft.com/office/drawing/2014/main" id="{43D7C92B-3A1F-B5CE-F2FE-E46C801E7B1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0"/>
            <a:ext cx="24479250" cy="13679488"/>
            <a:chOff x="1" y="0"/>
            <a:chExt cx="24479250" cy="13680000"/>
          </a:xfrm>
        </p:grpSpPr>
        <p:sp>
          <p:nvSpPr>
            <p:cNvPr id="6152" name="Rectángulo 51">
              <a:extLst>
                <a:ext uri="{FF2B5EF4-FFF2-40B4-BE49-F238E27FC236}">
                  <a16:creationId xmlns:a16="http://schemas.microsoft.com/office/drawing/2014/main" id="{FD0BA315-9448-EDA1-402A-F0A692214A9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" y="0"/>
              <a:ext cx="24479250" cy="360376"/>
            </a:xfrm>
            <a:prstGeom prst="rect">
              <a:avLst/>
            </a:prstGeom>
            <a:solidFill>
              <a:srgbClr val="2F7CE1"/>
            </a:solidFill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9pPr>
            </a:lstStyle>
            <a:p>
              <a:pPr algn="ctr" eaLnBrk="1">
                <a:defRPr/>
              </a:pPr>
              <a:endParaRPr lang="es-CL" altLang="es-CL"/>
            </a:p>
          </p:txBody>
        </p:sp>
        <p:sp>
          <p:nvSpPr>
            <p:cNvPr id="6153" name="Rectángulo 50">
              <a:extLst>
                <a:ext uri="{FF2B5EF4-FFF2-40B4-BE49-F238E27FC236}">
                  <a16:creationId xmlns:a16="http://schemas.microsoft.com/office/drawing/2014/main" id="{0DE165A1-0FD1-A45F-CDA6-715078AC72E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" y="13319624"/>
              <a:ext cx="24479250" cy="360376"/>
            </a:xfrm>
            <a:prstGeom prst="rect">
              <a:avLst/>
            </a:prstGeom>
            <a:solidFill>
              <a:srgbClr val="2F7CE1"/>
            </a:solidFill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9pPr>
            </a:lstStyle>
            <a:p>
              <a:pPr algn="ctr" eaLnBrk="1">
                <a:defRPr/>
              </a:pPr>
              <a:endParaRPr lang="es-CL" altLang="es-CL"/>
            </a:p>
          </p:txBody>
        </p:sp>
        <p:sp>
          <p:nvSpPr>
            <p:cNvPr id="6154" name="Rectángulo 52">
              <a:extLst>
                <a:ext uri="{FF2B5EF4-FFF2-40B4-BE49-F238E27FC236}">
                  <a16:creationId xmlns:a16="http://schemas.microsoft.com/office/drawing/2014/main" id="{3BE4C1B6-D07E-CB36-B433-F317FF10DB3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-5400000">
              <a:off x="-6659817" y="6659818"/>
              <a:ext cx="13680000" cy="360363"/>
            </a:xfrm>
            <a:prstGeom prst="rect">
              <a:avLst/>
            </a:prstGeom>
            <a:solidFill>
              <a:srgbClr val="2F7CE1"/>
            </a:solidFill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9pPr>
            </a:lstStyle>
            <a:p>
              <a:pPr algn="ctr" eaLnBrk="1">
                <a:defRPr/>
              </a:pPr>
              <a:endParaRPr lang="es-CL" altLang="es-CL"/>
            </a:p>
          </p:txBody>
        </p:sp>
        <p:sp>
          <p:nvSpPr>
            <p:cNvPr id="6155" name="Rectángulo 53">
              <a:extLst>
                <a:ext uri="{FF2B5EF4-FFF2-40B4-BE49-F238E27FC236}">
                  <a16:creationId xmlns:a16="http://schemas.microsoft.com/office/drawing/2014/main" id="{D7C3C73B-1177-6E6A-7143-6408865D211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-5400000">
              <a:off x="17459070" y="6659819"/>
              <a:ext cx="13680000" cy="360362"/>
            </a:xfrm>
            <a:prstGeom prst="rect">
              <a:avLst/>
            </a:prstGeom>
            <a:solidFill>
              <a:srgbClr val="2F7CE1"/>
            </a:solidFill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9pPr>
            </a:lstStyle>
            <a:p>
              <a:pPr algn="ctr" eaLnBrk="1">
                <a:defRPr/>
              </a:pPr>
              <a:endParaRPr lang="es-CL" altLang="es-CL"/>
            </a:p>
          </p:txBody>
        </p:sp>
      </p:grpSp>
      <p:sp>
        <p:nvSpPr>
          <p:cNvPr id="3075" name="Rectángulo 8">
            <a:extLst>
              <a:ext uri="{FF2B5EF4-FFF2-40B4-BE49-F238E27FC236}">
                <a16:creationId xmlns:a16="http://schemas.microsoft.com/office/drawing/2014/main" id="{6BE7C966-E895-48A9-A508-F8F6B30FA2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3038" y="1231900"/>
            <a:ext cx="393700" cy="1379538"/>
          </a:xfrm>
          <a:prstGeom prst="rect">
            <a:avLst/>
          </a:prstGeom>
          <a:solidFill>
            <a:srgbClr val="FED901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13" name="Rectángulo 34">
            <a:extLst>
              <a:ext uri="{FF2B5EF4-FFF2-40B4-BE49-F238E27FC236}">
                <a16:creationId xmlns:a16="http://schemas.microsoft.com/office/drawing/2014/main" id="{84BC185F-CEE9-B6DB-038D-91470173B38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347950" y="13319125"/>
            <a:ext cx="1084263" cy="360363"/>
          </a:xfrm>
          <a:prstGeom prst="rect">
            <a:avLst/>
          </a:prstGeom>
          <a:solidFill>
            <a:srgbClr val="FDD902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14" name="Rectángulo 46">
            <a:extLst>
              <a:ext uri="{FF2B5EF4-FFF2-40B4-BE49-F238E27FC236}">
                <a16:creationId xmlns:a16="http://schemas.microsoft.com/office/drawing/2014/main" id="{BD8FCBB8-BB0A-A7CA-1A5A-F994F7734B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432213" y="13319125"/>
            <a:ext cx="1439862" cy="360363"/>
          </a:xfrm>
          <a:prstGeom prst="rect">
            <a:avLst/>
          </a:prstGeom>
          <a:solidFill>
            <a:srgbClr val="55565A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15" name="Rectángulo 47">
            <a:extLst>
              <a:ext uri="{FF2B5EF4-FFF2-40B4-BE49-F238E27FC236}">
                <a16:creationId xmlns:a16="http://schemas.microsoft.com/office/drawing/2014/main" id="{5B575892-1D86-6CEE-0775-BCD2E20719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851438" y="13319125"/>
            <a:ext cx="2070100" cy="360363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16" name="Rectángulo 48">
            <a:extLst>
              <a:ext uri="{FF2B5EF4-FFF2-40B4-BE49-F238E27FC236}">
                <a16:creationId xmlns:a16="http://schemas.microsoft.com/office/drawing/2014/main" id="{D0157BE6-8F50-4EE6-6248-120021245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921538" y="13319125"/>
            <a:ext cx="2843212" cy="3603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D0B0E06-83A7-CEE7-D6D6-5459F917C4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387638" y="12882563"/>
            <a:ext cx="7345362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defTabSz="828675"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cs typeface="ＭＳ Ｐゴシック" charset="0"/>
                <a:sym typeface="Helvetica Neue" charset="0"/>
              </a:defRPr>
            </a:lvl1pPr>
            <a:lvl2pPr marL="742950" indent="-285750" defTabSz="828675"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2pPr>
            <a:lvl3pPr marL="1143000" indent="-228600" defTabSz="828675"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3pPr>
            <a:lvl4pPr marL="1600200" indent="-228600" defTabSz="828675"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4pPr>
            <a:lvl5pPr marL="2057400" indent="-228600" defTabSz="828675"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5pPr>
            <a:lvl6pPr marL="25146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6pPr>
            <a:lvl7pPr marL="29718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7pPr>
            <a:lvl8pPr marL="34290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8pPr>
            <a:lvl9pPr marL="38862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9pPr>
          </a:lstStyle>
          <a:p>
            <a:pPr algn="r">
              <a:defRPr/>
            </a:pPr>
            <a:r>
              <a:rPr lang="es-ES" sz="2400">
                <a:solidFill>
                  <a:srgbClr val="3D7EDB"/>
                </a:solidFill>
                <a:latin typeface="Calibri" charset="0"/>
              </a:rPr>
              <a:t>WWW.UC.CL</a:t>
            </a:r>
            <a:endParaRPr lang="es-ES_tradnl" sz="2400" b="0">
              <a:solidFill>
                <a:srgbClr val="3D7EDB"/>
              </a:solidFill>
              <a:latin typeface="Calibri" charset="0"/>
            </a:endParaRPr>
          </a:p>
        </p:txBody>
      </p:sp>
      <p:sp>
        <p:nvSpPr>
          <p:cNvPr id="18" name="Rectángulo 48">
            <a:extLst>
              <a:ext uri="{FF2B5EF4-FFF2-40B4-BE49-F238E27FC236}">
                <a16:creationId xmlns:a16="http://schemas.microsoft.com/office/drawing/2014/main" id="{0B2D80E4-0E31-E7E8-72E5-688E02F7A7A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738975" y="13319125"/>
            <a:ext cx="1181100" cy="360363"/>
          </a:xfrm>
          <a:prstGeom prst="rect">
            <a:avLst/>
          </a:prstGeom>
          <a:solidFill>
            <a:srgbClr val="04C9FB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xStyles>
    <p:titleStyle>
      <a:lvl1pPr algn="l" defTabSz="5857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2200" b="1">
          <a:solidFill>
            <a:srgbClr val="307DE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defTabSz="5857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2200" b="1">
          <a:solidFill>
            <a:srgbClr val="307DE1"/>
          </a:solidFill>
          <a:latin typeface="Arial" charset="0"/>
          <a:ea typeface="ＭＳ Ｐゴシック" charset="0"/>
          <a:cs typeface="Arial" charset="0"/>
          <a:sym typeface="Arial" panose="020B0604020202020204" pitchFamily="34" charset="0"/>
        </a:defRPr>
      </a:lvl2pPr>
      <a:lvl3pPr algn="l" defTabSz="5857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2200" b="1">
          <a:solidFill>
            <a:srgbClr val="307DE1"/>
          </a:solidFill>
          <a:latin typeface="Arial" charset="0"/>
          <a:ea typeface="ＭＳ Ｐゴシック" charset="0"/>
          <a:cs typeface="Arial" charset="0"/>
          <a:sym typeface="Arial" panose="020B0604020202020204" pitchFamily="34" charset="0"/>
        </a:defRPr>
      </a:lvl3pPr>
      <a:lvl4pPr algn="l" defTabSz="5857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2200" b="1">
          <a:solidFill>
            <a:srgbClr val="307DE1"/>
          </a:solidFill>
          <a:latin typeface="Arial" charset="0"/>
          <a:ea typeface="ＭＳ Ｐゴシック" charset="0"/>
          <a:cs typeface="Arial" charset="0"/>
          <a:sym typeface="Arial" panose="020B0604020202020204" pitchFamily="34" charset="0"/>
        </a:defRPr>
      </a:lvl4pPr>
      <a:lvl5pPr algn="l" defTabSz="5857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2200" b="1">
          <a:solidFill>
            <a:srgbClr val="307DE1"/>
          </a:solidFill>
          <a:latin typeface="Arial" charset="0"/>
          <a:ea typeface="ＭＳ Ｐゴシック" charset="0"/>
          <a:cs typeface="Arial" charset="0"/>
          <a:sym typeface="Arial" panose="020B0604020202020204" pitchFamily="34" charset="0"/>
        </a:defRPr>
      </a:lvl5pPr>
      <a:lvl6pPr marL="458983" algn="l" defTabSz="586478" rtl="0" fontAlgn="base" hangingPunct="0">
        <a:lnSpc>
          <a:spcPct val="90000"/>
        </a:lnSpc>
        <a:spcBef>
          <a:spcPct val="0"/>
        </a:spcBef>
        <a:spcAft>
          <a:spcPct val="0"/>
        </a:spcAft>
        <a:defRPr sz="12248" b="1">
          <a:solidFill>
            <a:srgbClr val="307DE1"/>
          </a:solidFill>
          <a:latin typeface="Arial" charset="0"/>
          <a:ea typeface="ＭＳ Ｐゴシック" charset="0"/>
          <a:cs typeface="Arial" charset="0"/>
          <a:sym typeface="Arial" charset="0"/>
        </a:defRPr>
      </a:lvl6pPr>
      <a:lvl7pPr marL="917966" algn="l" defTabSz="586478" rtl="0" fontAlgn="base" hangingPunct="0">
        <a:lnSpc>
          <a:spcPct val="90000"/>
        </a:lnSpc>
        <a:spcBef>
          <a:spcPct val="0"/>
        </a:spcBef>
        <a:spcAft>
          <a:spcPct val="0"/>
        </a:spcAft>
        <a:defRPr sz="12248" b="1">
          <a:solidFill>
            <a:srgbClr val="307DE1"/>
          </a:solidFill>
          <a:latin typeface="Arial" charset="0"/>
          <a:ea typeface="ＭＳ Ｐゴシック" charset="0"/>
          <a:cs typeface="Arial" charset="0"/>
          <a:sym typeface="Arial" charset="0"/>
        </a:defRPr>
      </a:lvl7pPr>
      <a:lvl8pPr marL="1376949" algn="l" defTabSz="586478" rtl="0" fontAlgn="base" hangingPunct="0">
        <a:lnSpc>
          <a:spcPct val="90000"/>
        </a:lnSpc>
        <a:spcBef>
          <a:spcPct val="0"/>
        </a:spcBef>
        <a:spcAft>
          <a:spcPct val="0"/>
        </a:spcAft>
        <a:defRPr sz="12248" b="1">
          <a:solidFill>
            <a:srgbClr val="307DE1"/>
          </a:solidFill>
          <a:latin typeface="Arial" charset="0"/>
          <a:ea typeface="ＭＳ Ｐゴシック" charset="0"/>
          <a:cs typeface="Arial" charset="0"/>
          <a:sym typeface="Arial" charset="0"/>
        </a:defRPr>
      </a:lvl8pPr>
      <a:lvl9pPr marL="1835932" algn="l" defTabSz="586478" rtl="0" fontAlgn="base" hangingPunct="0">
        <a:lnSpc>
          <a:spcPct val="90000"/>
        </a:lnSpc>
        <a:spcBef>
          <a:spcPct val="0"/>
        </a:spcBef>
        <a:spcAft>
          <a:spcPct val="0"/>
        </a:spcAft>
        <a:defRPr sz="12248" b="1">
          <a:solidFill>
            <a:srgbClr val="307DE1"/>
          </a:solidFill>
          <a:latin typeface="Arial" charset="0"/>
          <a:ea typeface="ＭＳ Ｐゴシック" charset="0"/>
          <a:cs typeface="Arial" charset="0"/>
          <a:sym typeface="Arial" charset="0"/>
        </a:defRPr>
      </a:lvl9pPr>
    </p:titleStyle>
    <p:bodyStyle>
      <a:lvl1pPr marL="636588" indent="-636588" algn="l" defTabSz="823913" rtl="0" eaLnBrk="0" fontAlgn="base" hangingPunct="0">
        <a:spcBef>
          <a:spcPts val="1000"/>
        </a:spcBef>
        <a:spcAft>
          <a:spcPct val="0"/>
        </a:spcAft>
        <a:buSzPct val="125000"/>
        <a:buChar char="•"/>
        <a:defRPr sz="5200">
          <a:solidFill>
            <a:srgbClr val="5E5E5E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1274763" indent="-636588" algn="l" defTabSz="823913" rtl="0" eaLnBrk="0" fontAlgn="base" hangingPunct="0">
        <a:spcBef>
          <a:spcPts val="1000"/>
        </a:spcBef>
        <a:spcAft>
          <a:spcPct val="0"/>
        </a:spcAft>
        <a:buSzPct val="125000"/>
        <a:buChar char="•"/>
        <a:defRPr sz="5200">
          <a:solidFill>
            <a:srgbClr val="5E5E5E"/>
          </a:solidFill>
          <a:latin typeface="+mn-lt"/>
          <a:ea typeface="Arial" charset="0"/>
          <a:cs typeface="+mn-cs"/>
          <a:sym typeface="Arial" panose="020B0604020202020204" pitchFamily="34" charset="0"/>
        </a:defRPr>
      </a:lvl2pPr>
      <a:lvl3pPr marL="1911350" indent="-636588" algn="l" defTabSz="823913" rtl="0" eaLnBrk="0" fontAlgn="base" hangingPunct="0">
        <a:spcBef>
          <a:spcPts val="1000"/>
        </a:spcBef>
        <a:spcAft>
          <a:spcPct val="0"/>
        </a:spcAft>
        <a:buSzPct val="125000"/>
        <a:buChar char="•"/>
        <a:defRPr sz="5200">
          <a:solidFill>
            <a:srgbClr val="5E5E5E"/>
          </a:solidFill>
          <a:latin typeface="+mn-lt"/>
          <a:ea typeface="Arial" charset="0"/>
          <a:cs typeface="+mn-cs"/>
          <a:sym typeface="Arial" panose="020B0604020202020204" pitchFamily="34" charset="0"/>
        </a:defRPr>
      </a:lvl3pPr>
      <a:lvl4pPr marL="2549525" indent="-636588" algn="l" defTabSz="823913" rtl="0" eaLnBrk="0" fontAlgn="base" hangingPunct="0">
        <a:spcBef>
          <a:spcPts val="1000"/>
        </a:spcBef>
        <a:spcAft>
          <a:spcPct val="0"/>
        </a:spcAft>
        <a:buSzPct val="125000"/>
        <a:buChar char="•"/>
        <a:defRPr sz="5200">
          <a:solidFill>
            <a:srgbClr val="5E5E5E"/>
          </a:solidFill>
          <a:latin typeface="+mn-lt"/>
          <a:ea typeface="Arial" charset="0"/>
          <a:cs typeface="+mn-cs"/>
          <a:sym typeface="Arial" panose="020B0604020202020204" pitchFamily="34" charset="0"/>
        </a:defRPr>
      </a:lvl4pPr>
      <a:lvl5pPr marL="3186113" indent="-636588" algn="l" defTabSz="823913" rtl="0" eaLnBrk="0" fontAlgn="base" hangingPunct="0">
        <a:spcBef>
          <a:spcPts val="1000"/>
        </a:spcBef>
        <a:spcAft>
          <a:spcPct val="0"/>
        </a:spcAft>
        <a:buSzPct val="125000"/>
        <a:buChar char="•"/>
        <a:defRPr sz="5200">
          <a:solidFill>
            <a:srgbClr val="5E5E5E"/>
          </a:solidFill>
          <a:latin typeface="+mn-lt"/>
          <a:ea typeface="Arial" charset="0"/>
          <a:cs typeface="+mn-cs"/>
          <a:sym typeface="Arial" panose="020B0604020202020204" pitchFamily="34" charset="0"/>
        </a:defRPr>
      </a:lvl5pPr>
      <a:lvl6pPr marL="3646366" indent="-637477" algn="l" defTabSz="823939" rtl="0" fontAlgn="base" hangingPunct="0">
        <a:spcBef>
          <a:spcPts val="1004"/>
        </a:spcBef>
        <a:spcAft>
          <a:spcPct val="0"/>
        </a:spcAft>
        <a:buSzPct val="125000"/>
        <a:buChar char="•"/>
        <a:defRPr sz="5220">
          <a:solidFill>
            <a:srgbClr val="5E5E5E"/>
          </a:solidFill>
          <a:latin typeface="+mn-lt"/>
          <a:ea typeface="Arial" charset="0"/>
          <a:cs typeface="+mn-cs"/>
          <a:sym typeface="Arial" charset="0"/>
        </a:defRPr>
      </a:lvl6pPr>
      <a:lvl7pPr marL="4105349" indent="-637477" algn="l" defTabSz="823939" rtl="0" fontAlgn="base" hangingPunct="0">
        <a:spcBef>
          <a:spcPts val="1004"/>
        </a:spcBef>
        <a:spcAft>
          <a:spcPct val="0"/>
        </a:spcAft>
        <a:buSzPct val="125000"/>
        <a:buChar char="•"/>
        <a:defRPr sz="5220">
          <a:solidFill>
            <a:srgbClr val="5E5E5E"/>
          </a:solidFill>
          <a:latin typeface="+mn-lt"/>
          <a:ea typeface="Arial" charset="0"/>
          <a:cs typeface="+mn-cs"/>
          <a:sym typeface="Arial" charset="0"/>
        </a:defRPr>
      </a:lvl7pPr>
      <a:lvl8pPr marL="4564332" indent="-637477" algn="l" defTabSz="823939" rtl="0" fontAlgn="base" hangingPunct="0">
        <a:spcBef>
          <a:spcPts val="1004"/>
        </a:spcBef>
        <a:spcAft>
          <a:spcPct val="0"/>
        </a:spcAft>
        <a:buSzPct val="125000"/>
        <a:buChar char="•"/>
        <a:defRPr sz="5220">
          <a:solidFill>
            <a:srgbClr val="5E5E5E"/>
          </a:solidFill>
          <a:latin typeface="+mn-lt"/>
          <a:ea typeface="Arial" charset="0"/>
          <a:cs typeface="+mn-cs"/>
          <a:sym typeface="Arial" charset="0"/>
        </a:defRPr>
      </a:lvl8pPr>
      <a:lvl9pPr marL="5023315" indent="-637477" algn="l" defTabSz="823939" rtl="0" fontAlgn="base" hangingPunct="0">
        <a:spcBef>
          <a:spcPts val="1004"/>
        </a:spcBef>
        <a:spcAft>
          <a:spcPct val="0"/>
        </a:spcAft>
        <a:buSzPct val="125000"/>
        <a:buChar char="•"/>
        <a:defRPr sz="5220">
          <a:solidFill>
            <a:srgbClr val="5E5E5E"/>
          </a:solidFill>
          <a:latin typeface="+mn-lt"/>
          <a:ea typeface="Arial" charset="0"/>
          <a:cs typeface="+mn-cs"/>
          <a:sym typeface="Arial" charset="0"/>
        </a:defRPr>
      </a:lvl9pPr>
    </p:bodyStyle>
    <p:otherStyle>
      <a:defPPr>
        <a:defRPr lang="es-ES"/>
      </a:defPPr>
      <a:lvl1pPr marL="0" algn="l" defTabSz="458983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1pPr>
      <a:lvl2pPr marL="458983" algn="l" defTabSz="458983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2pPr>
      <a:lvl3pPr marL="917966" algn="l" defTabSz="458983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3pPr>
      <a:lvl4pPr marL="1376949" algn="l" defTabSz="458983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4pPr>
      <a:lvl5pPr marL="1835932" algn="l" defTabSz="458983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5pPr>
      <a:lvl6pPr marL="2294915" algn="l" defTabSz="458983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6pPr>
      <a:lvl7pPr marL="2753898" algn="l" defTabSz="458983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7pPr>
      <a:lvl8pPr marL="3212882" algn="l" defTabSz="458983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8pPr>
      <a:lvl9pPr marL="3671865" algn="l" defTabSz="458983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título 1">
            <a:extLst>
              <a:ext uri="{FF2B5EF4-FFF2-40B4-BE49-F238E27FC236}">
                <a16:creationId xmlns:a16="http://schemas.microsoft.com/office/drawing/2014/main" id="{D5526FE8-B34A-91DB-6493-FC54AE3AEDD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23963" y="547688"/>
            <a:ext cx="22031325" cy="227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CL"/>
              <a:t>CLIC PARA EDITAR TÍTULO</a:t>
            </a:r>
            <a:endParaRPr lang="es-ES" altLang="es-CL"/>
          </a:p>
        </p:txBody>
      </p:sp>
      <p:sp>
        <p:nvSpPr>
          <p:cNvPr id="4099" name="Marcador de texto 2">
            <a:extLst>
              <a:ext uri="{FF2B5EF4-FFF2-40B4-BE49-F238E27FC236}">
                <a16:creationId xmlns:a16="http://schemas.microsoft.com/office/drawing/2014/main" id="{9D0EE587-2A10-B3DE-EB24-96E017A311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23963" y="3192463"/>
            <a:ext cx="18600737" cy="628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CL"/>
              <a:t>Haga clic para modificar el estilo de texto del patrón</a:t>
            </a:r>
          </a:p>
          <a:p>
            <a:pPr lvl="1"/>
            <a:r>
              <a:rPr lang="es-ES_tradnl" altLang="es-CL"/>
              <a:t>Segundo nivel</a:t>
            </a:r>
          </a:p>
          <a:p>
            <a:pPr lvl="2"/>
            <a:r>
              <a:rPr lang="es-ES_tradnl" altLang="es-CL"/>
              <a:t>Tercer nivel</a:t>
            </a:r>
          </a:p>
          <a:p>
            <a:pPr lvl="3"/>
            <a:r>
              <a:rPr lang="es-ES_tradnl" altLang="es-CL"/>
              <a:t>Cuarto nivel</a:t>
            </a:r>
          </a:p>
          <a:p>
            <a:pPr lvl="4"/>
            <a:r>
              <a:rPr lang="es-ES_tradnl" altLang="es-CL"/>
              <a:t>Quinto nivel</a:t>
            </a:r>
            <a:endParaRPr lang="es-ES" altLang="es-CL"/>
          </a:p>
        </p:txBody>
      </p:sp>
      <p:grpSp>
        <p:nvGrpSpPr>
          <p:cNvPr id="4100" name="Grupo 37">
            <a:extLst>
              <a:ext uri="{FF2B5EF4-FFF2-40B4-BE49-F238E27FC236}">
                <a16:creationId xmlns:a16="http://schemas.microsoft.com/office/drawing/2014/main" id="{BBA89C13-3363-6194-50B8-02B6855B7FB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0"/>
            <a:ext cx="24479250" cy="13679488"/>
            <a:chOff x="1" y="0"/>
            <a:chExt cx="24479250" cy="13680000"/>
          </a:xfrm>
        </p:grpSpPr>
        <p:sp>
          <p:nvSpPr>
            <p:cNvPr id="8" name="Rectángulo 51">
              <a:extLst>
                <a:ext uri="{FF2B5EF4-FFF2-40B4-BE49-F238E27FC236}">
                  <a16:creationId xmlns:a16="http://schemas.microsoft.com/office/drawing/2014/main" id="{6FFF2F77-3F94-3261-95FC-7387E7EEBA5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" y="0"/>
              <a:ext cx="24479250" cy="360376"/>
            </a:xfrm>
            <a:prstGeom prst="rect">
              <a:avLst/>
            </a:prstGeom>
            <a:solidFill>
              <a:srgbClr val="2F7CE1"/>
            </a:solidFill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9pPr>
            </a:lstStyle>
            <a:p>
              <a:pPr algn="ctr" eaLnBrk="1">
                <a:defRPr/>
              </a:pPr>
              <a:endParaRPr lang="es-CL" altLang="es-CL"/>
            </a:p>
          </p:txBody>
        </p:sp>
        <p:sp>
          <p:nvSpPr>
            <p:cNvPr id="9" name="Rectángulo 50">
              <a:extLst>
                <a:ext uri="{FF2B5EF4-FFF2-40B4-BE49-F238E27FC236}">
                  <a16:creationId xmlns:a16="http://schemas.microsoft.com/office/drawing/2014/main" id="{4240DC8B-F556-3122-C4BA-9E14A2E72EC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" y="13319624"/>
              <a:ext cx="24479250" cy="360376"/>
            </a:xfrm>
            <a:prstGeom prst="rect">
              <a:avLst/>
            </a:prstGeom>
            <a:solidFill>
              <a:srgbClr val="2F7CE1"/>
            </a:solidFill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9pPr>
            </a:lstStyle>
            <a:p>
              <a:pPr algn="ctr" eaLnBrk="1">
                <a:defRPr/>
              </a:pPr>
              <a:endParaRPr lang="es-CL" altLang="es-CL"/>
            </a:p>
          </p:txBody>
        </p:sp>
        <p:sp>
          <p:nvSpPr>
            <p:cNvPr id="10" name="Rectángulo 52">
              <a:extLst>
                <a:ext uri="{FF2B5EF4-FFF2-40B4-BE49-F238E27FC236}">
                  <a16:creationId xmlns:a16="http://schemas.microsoft.com/office/drawing/2014/main" id="{661329F0-AB8E-506E-3521-3D23D01F4D0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-5400000">
              <a:off x="-6659817" y="6659818"/>
              <a:ext cx="13680000" cy="360363"/>
            </a:xfrm>
            <a:prstGeom prst="rect">
              <a:avLst/>
            </a:prstGeom>
            <a:solidFill>
              <a:srgbClr val="2F7CE1"/>
            </a:solidFill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9pPr>
            </a:lstStyle>
            <a:p>
              <a:pPr algn="ctr" eaLnBrk="1">
                <a:defRPr/>
              </a:pPr>
              <a:endParaRPr lang="es-CL" altLang="es-CL"/>
            </a:p>
          </p:txBody>
        </p:sp>
        <p:sp>
          <p:nvSpPr>
            <p:cNvPr id="11" name="Rectángulo 53">
              <a:extLst>
                <a:ext uri="{FF2B5EF4-FFF2-40B4-BE49-F238E27FC236}">
                  <a16:creationId xmlns:a16="http://schemas.microsoft.com/office/drawing/2014/main" id="{A49D44D5-EF11-868D-AA47-8853301D685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-5400000">
              <a:off x="17459070" y="6659819"/>
              <a:ext cx="13680000" cy="360362"/>
            </a:xfrm>
            <a:prstGeom prst="rect">
              <a:avLst/>
            </a:prstGeom>
            <a:solidFill>
              <a:srgbClr val="2F7CE1"/>
            </a:solidFill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panose="02000503000000020004" pitchFamily="2" charset="0"/>
                  <a:ea typeface="ＭＳ Ｐゴシック" panose="020B0600070205080204" pitchFamily="34" charset="-128"/>
                  <a:sym typeface="Helvetica Neue" panose="02000503000000020004" pitchFamily="2" charset="0"/>
                </a:defRPr>
              </a:lvl9pPr>
            </a:lstStyle>
            <a:p>
              <a:pPr algn="ctr" eaLnBrk="1">
                <a:defRPr/>
              </a:pPr>
              <a:endParaRPr lang="es-CL" altLang="es-CL"/>
            </a:p>
          </p:txBody>
        </p:sp>
      </p:grpSp>
      <p:sp>
        <p:nvSpPr>
          <p:cNvPr id="4101" name="Rectángulo 8">
            <a:extLst>
              <a:ext uri="{FF2B5EF4-FFF2-40B4-BE49-F238E27FC236}">
                <a16:creationId xmlns:a16="http://schemas.microsoft.com/office/drawing/2014/main" id="{A0319AC8-5A3A-4B13-BCE8-73A0B302B1C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3038" y="1231900"/>
            <a:ext cx="393700" cy="1379538"/>
          </a:xfrm>
          <a:prstGeom prst="rect">
            <a:avLst/>
          </a:prstGeom>
          <a:solidFill>
            <a:srgbClr val="FED901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16" name="Rectángulo 34">
            <a:extLst>
              <a:ext uri="{FF2B5EF4-FFF2-40B4-BE49-F238E27FC236}">
                <a16:creationId xmlns:a16="http://schemas.microsoft.com/office/drawing/2014/main" id="{9584EAB9-F2A5-EE1A-7692-9E7A478B72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347950" y="13319125"/>
            <a:ext cx="1084263" cy="360363"/>
          </a:xfrm>
          <a:prstGeom prst="rect">
            <a:avLst/>
          </a:prstGeom>
          <a:solidFill>
            <a:srgbClr val="FDD902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18" name="Rectángulo 46">
            <a:extLst>
              <a:ext uri="{FF2B5EF4-FFF2-40B4-BE49-F238E27FC236}">
                <a16:creationId xmlns:a16="http://schemas.microsoft.com/office/drawing/2014/main" id="{0C31155B-EF60-901F-ECA6-4733A1BCB7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432213" y="13319125"/>
            <a:ext cx="1439862" cy="360363"/>
          </a:xfrm>
          <a:prstGeom prst="rect">
            <a:avLst/>
          </a:prstGeom>
          <a:solidFill>
            <a:srgbClr val="55565A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19" name="Rectángulo 47">
            <a:extLst>
              <a:ext uri="{FF2B5EF4-FFF2-40B4-BE49-F238E27FC236}">
                <a16:creationId xmlns:a16="http://schemas.microsoft.com/office/drawing/2014/main" id="{135A6146-9321-C0F8-CAEB-8823BC336B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851438" y="13319125"/>
            <a:ext cx="2070100" cy="360363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20" name="Rectángulo 48">
            <a:extLst>
              <a:ext uri="{FF2B5EF4-FFF2-40B4-BE49-F238E27FC236}">
                <a16:creationId xmlns:a16="http://schemas.microsoft.com/office/drawing/2014/main" id="{08C24127-3423-E64A-6F55-662A91F3A9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921538" y="13319125"/>
            <a:ext cx="2843212" cy="3603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8963AE3-A4F9-11BB-2382-B6423AC5F35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387638" y="12882563"/>
            <a:ext cx="7345362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defTabSz="828675"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cs typeface="ＭＳ Ｐゴシック" charset="0"/>
                <a:sym typeface="Helvetica Neue" charset="0"/>
              </a:defRPr>
            </a:lvl1pPr>
            <a:lvl2pPr marL="742950" indent="-285750" defTabSz="828675"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2pPr>
            <a:lvl3pPr marL="1143000" indent="-228600" defTabSz="828675"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3pPr>
            <a:lvl4pPr marL="1600200" indent="-228600" defTabSz="828675"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4pPr>
            <a:lvl5pPr marL="2057400" indent="-228600" defTabSz="828675"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5pPr>
            <a:lvl6pPr marL="25146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6pPr>
            <a:lvl7pPr marL="29718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7pPr>
            <a:lvl8pPr marL="34290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8pPr>
            <a:lvl9pPr marL="38862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9pPr>
          </a:lstStyle>
          <a:p>
            <a:pPr algn="r">
              <a:defRPr/>
            </a:pPr>
            <a:r>
              <a:rPr lang="es-ES" sz="2400">
                <a:solidFill>
                  <a:srgbClr val="3D7EDB"/>
                </a:solidFill>
                <a:latin typeface="Calibri" charset="0"/>
              </a:rPr>
              <a:t>WWW.UC.CL</a:t>
            </a:r>
            <a:endParaRPr lang="es-ES_tradnl" sz="2400" b="0">
              <a:solidFill>
                <a:srgbClr val="3D7EDB"/>
              </a:solidFill>
              <a:latin typeface="Calibri" charset="0"/>
            </a:endParaRPr>
          </a:p>
        </p:txBody>
      </p:sp>
      <p:sp>
        <p:nvSpPr>
          <p:cNvPr id="22" name="Rectángulo 48">
            <a:extLst>
              <a:ext uri="{FF2B5EF4-FFF2-40B4-BE49-F238E27FC236}">
                <a16:creationId xmlns:a16="http://schemas.microsoft.com/office/drawing/2014/main" id="{E9AA9243-6FA2-A072-3B1B-8CADEB305B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738975" y="13319125"/>
            <a:ext cx="1181100" cy="360363"/>
          </a:xfrm>
          <a:prstGeom prst="rect">
            <a:avLst/>
          </a:prstGeom>
          <a:solidFill>
            <a:srgbClr val="04C9FB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7200" b="1" kern="1200">
          <a:solidFill>
            <a:srgbClr val="3D7EDB"/>
          </a:solidFill>
          <a:latin typeface="+mj-lt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7200" b="1">
          <a:solidFill>
            <a:srgbClr val="3D7EDB"/>
          </a:solidFill>
          <a:latin typeface="Calibri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7200" b="1">
          <a:solidFill>
            <a:srgbClr val="3D7EDB"/>
          </a:solidFill>
          <a:latin typeface="Calibri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7200" b="1">
          <a:solidFill>
            <a:srgbClr val="3D7EDB"/>
          </a:solidFill>
          <a:latin typeface="Calibri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7200" b="1">
          <a:solidFill>
            <a:srgbClr val="3D7EDB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7200" b="1">
          <a:solidFill>
            <a:srgbClr val="3D7EDB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7200" b="1">
          <a:solidFill>
            <a:srgbClr val="3D7EDB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7200" b="1">
          <a:solidFill>
            <a:srgbClr val="3D7EDB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7200" b="1">
          <a:solidFill>
            <a:srgbClr val="3D7EDB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44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44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44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34">
            <a:extLst>
              <a:ext uri="{FF2B5EF4-FFF2-40B4-BE49-F238E27FC236}">
                <a16:creationId xmlns:a16="http://schemas.microsoft.com/office/drawing/2014/main" id="{6EA97EC2-4EA5-5070-E494-326955F5A69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347950" y="13319125"/>
            <a:ext cx="1084263" cy="360363"/>
          </a:xfrm>
          <a:prstGeom prst="rect">
            <a:avLst/>
          </a:prstGeom>
          <a:solidFill>
            <a:srgbClr val="FDD902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13" name="Rectángulo 46">
            <a:extLst>
              <a:ext uri="{FF2B5EF4-FFF2-40B4-BE49-F238E27FC236}">
                <a16:creationId xmlns:a16="http://schemas.microsoft.com/office/drawing/2014/main" id="{100959CB-97E7-C431-6297-2FD7283FE46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432213" y="13319125"/>
            <a:ext cx="1439862" cy="360363"/>
          </a:xfrm>
          <a:prstGeom prst="rect">
            <a:avLst/>
          </a:prstGeom>
          <a:solidFill>
            <a:srgbClr val="55565A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14" name="Rectángulo 47">
            <a:extLst>
              <a:ext uri="{FF2B5EF4-FFF2-40B4-BE49-F238E27FC236}">
                <a16:creationId xmlns:a16="http://schemas.microsoft.com/office/drawing/2014/main" id="{A27670A2-0E51-97E4-08B4-13782C0DD8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851438" y="13319125"/>
            <a:ext cx="2070100" cy="360363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15" name="Rectángulo 48">
            <a:extLst>
              <a:ext uri="{FF2B5EF4-FFF2-40B4-BE49-F238E27FC236}">
                <a16:creationId xmlns:a16="http://schemas.microsoft.com/office/drawing/2014/main" id="{266CDE5D-89A1-3618-1D2E-189AE3102D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921538" y="13319125"/>
            <a:ext cx="2843212" cy="360363"/>
          </a:xfrm>
          <a:prstGeom prst="rect">
            <a:avLst/>
          </a:prstGeom>
          <a:solidFill>
            <a:srgbClr val="3D7EDB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9AA67CA-D5C2-9AC4-7764-27365A7159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335250" y="12744450"/>
            <a:ext cx="7345363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defTabSz="828675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 defTabSz="828675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 defTabSz="828675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 defTabSz="828675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 defTabSz="828675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>
              <a:defRPr/>
            </a:pPr>
            <a:r>
              <a:rPr lang="es-ES_tradnl" altLang="es-CL" sz="2400" b="0">
                <a:solidFill>
                  <a:srgbClr val="2E7CE1"/>
                </a:solidFill>
                <a:latin typeface="Calibri" panose="020F0502020204030204" pitchFamily="34" charset="0"/>
              </a:rPr>
              <a:t>PONTIFICIA UNIVERSIDAD CATÓLICA DE CHILE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33976B7-0F53-C1F7-655B-904F1FBABE00}"/>
              </a:ext>
            </a:extLst>
          </p:cNvPr>
          <p:cNvSpPr/>
          <p:nvPr userDrawn="1"/>
        </p:nvSpPr>
        <p:spPr>
          <a:xfrm>
            <a:off x="368300" y="328613"/>
            <a:ext cx="23753763" cy="13011150"/>
          </a:xfrm>
          <a:prstGeom prst="rect">
            <a:avLst/>
          </a:prstGeom>
          <a:solidFill>
            <a:srgbClr val="3D7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>
                <a:sym typeface="Helvetica Neue" charset="0"/>
              </a:rPr>
              <a:t> </a:t>
            </a:r>
          </a:p>
        </p:txBody>
      </p:sp>
      <p:sp>
        <p:nvSpPr>
          <p:cNvPr id="5128" name="Rectángulo 8">
            <a:extLst>
              <a:ext uri="{FF2B5EF4-FFF2-40B4-BE49-F238E27FC236}">
                <a16:creationId xmlns:a16="http://schemas.microsoft.com/office/drawing/2014/main" id="{BBDBACB3-C7A9-B346-8DE9-6DCF4E8776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3038" y="1231900"/>
            <a:ext cx="393700" cy="1379538"/>
          </a:xfrm>
          <a:prstGeom prst="rect">
            <a:avLst/>
          </a:prstGeom>
          <a:solidFill>
            <a:srgbClr val="FED901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968D2E2-C3C4-1471-E46C-5D83B3CB8D5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387638" y="12882563"/>
            <a:ext cx="7345362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defTabSz="828675"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cs typeface="ＭＳ Ｐゴシック" charset="0"/>
                <a:sym typeface="Helvetica Neue" charset="0"/>
              </a:defRPr>
            </a:lvl1pPr>
            <a:lvl2pPr marL="742950" indent="-285750" defTabSz="828675"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2pPr>
            <a:lvl3pPr marL="1143000" indent="-228600" defTabSz="828675"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3pPr>
            <a:lvl4pPr marL="1600200" indent="-228600" defTabSz="828675"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4pPr>
            <a:lvl5pPr marL="2057400" indent="-228600" defTabSz="828675"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5pPr>
            <a:lvl6pPr marL="25146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6pPr>
            <a:lvl7pPr marL="29718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7pPr>
            <a:lvl8pPr marL="34290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8pPr>
            <a:lvl9pPr marL="38862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9pPr>
          </a:lstStyle>
          <a:p>
            <a:pPr algn="r">
              <a:defRPr/>
            </a:pPr>
            <a:r>
              <a:rPr lang="es-ES" sz="2400">
                <a:solidFill>
                  <a:schemeClr val="bg1"/>
                </a:solidFill>
                <a:latin typeface="Calibri" charset="0"/>
              </a:rPr>
              <a:t>WWW.UC.CL</a:t>
            </a:r>
            <a:endParaRPr lang="es-ES_tradnl" sz="2400" b="0">
              <a:solidFill>
                <a:schemeClr val="bg1"/>
              </a:solidFill>
              <a:latin typeface="Calibri" charset="0"/>
            </a:endParaRPr>
          </a:p>
        </p:txBody>
      </p:sp>
      <p:sp>
        <p:nvSpPr>
          <p:cNvPr id="11" name="Rectángulo 48">
            <a:extLst>
              <a:ext uri="{FF2B5EF4-FFF2-40B4-BE49-F238E27FC236}">
                <a16:creationId xmlns:a16="http://schemas.microsoft.com/office/drawing/2014/main" id="{D579AD24-87E6-34CA-2C0F-8385312CF86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738975" y="13319125"/>
            <a:ext cx="1181100" cy="360363"/>
          </a:xfrm>
          <a:prstGeom prst="rect">
            <a:avLst/>
          </a:prstGeom>
          <a:solidFill>
            <a:srgbClr val="04C9FB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6BEC11D8-F911-53BD-4CCE-8337F3BA9737}"/>
              </a:ext>
            </a:extLst>
          </p:cNvPr>
          <p:cNvSpPr/>
          <p:nvPr userDrawn="1"/>
        </p:nvSpPr>
        <p:spPr>
          <a:xfrm>
            <a:off x="368300" y="328613"/>
            <a:ext cx="23753763" cy="13011150"/>
          </a:xfrm>
          <a:prstGeom prst="rect">
            <a:avLst/>
          </a:prstGeom>
          <a:solidFill>
            <a:srgbClr val="3D7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>
                <a:sym typeface="Helvetica Neue" charset="0"/>
              </a:rPr>
              <a:t> </a:t>
            </a:r>
          </a:p>
        </p:txBody>
      </p:sp>
      <p:sp>
        <p:nvSpPr>
          <p:cNvPr id="6147" name="Marcador de título 1">
            <a:extLst>
              <a:ext uri="{FF2B5EF4-FFF2-40B4-BE49-F238E27FC236}">
                <a16:creationId xmlns:a16="http://schemas.microsoft.com/office/drawing/2014/main" id="{0D69C448-3094-6602-7F23-7B4A1F4EAC4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6650038"/>
            <a:ext cx="24479250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CL"/>
              <a:t>GRACIAS</a:t>
            </a:r>
            <a:endParaRPr lang="es-ES" altLang="es-CL"/>
          </a:p>
        </p:txBody>
      </p:sp>
      <p:sp>
        <p:nvSpPr>
          <p:cNvPr id="4" name="Rectángulo 34">
            <a:extLst>
              <a:ext uri="{FF2B5EF4-FFF2-40B4-BE49-F238E27FC236}">
                <a16:creationId xmlns:a16="http://schemas.microsoft.com/office/drawing/2014/main" id="{A4A994C6-37F2-47E5-7095-AF5B4F56E54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347950" y="13319125"/>
            <a:ext cx="1084263" cy="360363"/>
          </a:xfrm>
          <a:prstGeom prst="rect">
            <a:avLst/>
          </a:prstGeom>
          <a:solidFill>
            <a:srgbClr val="FDD902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5" name="Rectángulo 46">
            <a:extLst>
              <a:ext uri="{FF2B5EF4-FFF2-40B4-BE49-F238E27FC236}">
                <a16:creationId xmlns:a16="http://schemas.microsoft.com/office/drawing/2014/main" id="{6776915F-9564-CA12-313C-72339EBAE0E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432213" y="13319125"/>
            <a:ext cx="1439862" cy="360363"/>
          </a:xfrm>
          <a:prstGeom prst="rect">
            <a:avLst/>
          </a:prstGeom>
          <a:solidFill>
            <a:srgbClr val="55565A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6" name="Rectángulo 47">
            <a:extLst>
              <a:ext uri="{FF2B5EF4-FFF2-40B4-BE49-F238E27FC236}">
                <a16:creationId xmlns:a16="http://schemas.microsoft.com/office/drawing/2014/main" id="{1473B2F5-CFE6-3BDE-A198-C281F436B5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851438" y="13319125"/>
            <a:ext cx="2070100" cy="360363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7" name="Rectángulo 48">
            <a:extLst>
              <a:ext uri="{FF2B5EF4-FFF2-40B4-BE49-F238E27FC236}">
                <a16:creationId xmlns:a16="http://schemas.microsoft.com/office/drawing/2014/main" id="{F8A97CA5-8CA2-BD4B-CDAF-63A53F9B68C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921538" y="13319125"/>
            <a:ext cx="2843212" cy="360363"/>
          </a:xfrm>
          <a:prstGeom prst="rect">
            <a:avLst/>
          </a:prstGeom>
          <a:solidFill>
            <a:srgbClr val="3D7EDB"/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endParaRPr lang="es-CL" alt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89E086C-C779-7F0D-0A83-C2380B6F17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387638" y="12882563"/>
            <a:ext cx="7345362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defTabSz="828675"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cs typeface="ＭＳ Ｐゴシック" charset="0"/>
                <a:sym typeface="Helvetica Neue" charset="0"/>
              </a:defRPr>
            </a:lvl1pPr>
            <a:lvl2pPr marL="742950" indent="-285750" defTabSz="828675"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2pPr>
            <a:lvl3pPr marL="1143000" indent="-228600" defTabSz="828675"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3pPr>
            <a:lvl4pPr marL="1600200" indent="-228600" defTabSz="828675"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4pPr>
            <a:lvl5pPr marL="2057400" indent="-228600" defTabSz="828675"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5pPr>
            <a:lvl6pPr marL="25146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6pPr>
            <a:lvl7pPr marL="29718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7pPr>
            <a:lvl8pPr marL="34290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8pPr>
            <a:lvl9pPr marL="38862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ＭＳ Ｐゴシック" charset="0"/>
                <a:sym typeface="Helvetica Neue" charset="0"/>
              </a:defRPr>
            </a:lvl9pPr>
          </a:lstStyle>
          <a:p>
            <a:pPr algn="r">
              <a:defRPr/>
            </a:pPr>
            <a:r>
              <a:rPr lang="es-ES" sz="2400">
                <a:solidFill>
                  <a:schemeClr val="bg1"/>
                </a:solidFill>
                <a:latin typeface="Calibri" charset="0"/>
              </a:rPr>
              <a:t>WWW.UC.CL</a:t>
            </a:r>
            <a:endParaRPr lang="es-ES_tradnl" sz="2400" b="0">
              <a:solidFill>
                <a:schemeClr val="bg1"/>
              </a:solidFill>
              <a:latin typeface="Calibri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6000" kern="1200">
          <a:solidFill>
            <a:schemeClr val="bg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6000">
          <a:solidFill>
            <a:schemeClr val="bg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6000">
          <a:solidFill>
            <a:schemeClr val="bg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6000">
          <a:solidFill>
            <a:schemeClr val="bg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6000">
          <a:solidFill>
            <a:schemeClr val="bg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6000">
          <a:solidFill>
            <a:schemeClr val="bg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6000">
          <a:solidFill>
            <a:schemeClr val="bg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6000">
          <a:solidFill>
            <a:schemeClr val="bg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6000">
          <a:solidFill>
            <a:schemeClr val="bg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ítulo 1">
            <a:extLst>
              <a:ext uri="{FF2B5EF4-FFF2-40B4-BE49-F238E27FC236}">
                <a16:creationId xmlns:a16="http://schemas.microsoft.com/office/drawing/2014/main" id="{6B1E1128-A5F5-A1E7-6424-D3D170869F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5942" y="5611432"/>
            <a:ext cx="20807363" cy="2932112"/>
          </a:xfrm>
        </p:spPr>
        <p:txBody>
          <a:bodyPr/>
          <a:lstStyle/>
          <a:p>
            <a:pPr algn="ctr"/>
            <a:r>
              <a:rPr lang="es-MX" sz="7200" dirty="0"/>
              <a:t>Operación y Degradación de Sistemas FV+BESS bajo Curtailment Solar en el Norte de Chile</a:t>
            </a:r>
            <a:br>
              <a:rPr lang="es-ES" altLang="es-CL" dirty="0">
                <a:ea typeface="ＭＳ Ｐゴシック" panose="020B0600070205080204" pitchFamily="34" charset="-128"/>
              </a:rPr>
            </a:br>
            <a:r>
              <a:rPr lang="es-CL" sz="6000" dirty="0">
                <a:solidFill>
                  <a:schemeClr val="bg1">
                    <a:lumMod val="65000"/>
                  </a:schemeClr>
                </a:solidFill>
                <a:ea typeface="ＭＳ Ｐゴシック" panose="020B0600070205080204" pitchFamily="34" charset="-128"/>
              </a:rPr>
              <a:t>Seminario de Graduación II</a:t>
            </a:r>
            <a:endParaRPr lang="es-ES" altLang="es-CL" sz="6600" dirty="0">
              <a:solidFill>
                <a:schemeClr val="bg1">
                  <a:lumMod val="65000"/>
                </a:schemeClr>
              </a:solidFill>
              <a:ea typeface="ＭＳ Ｐゴシック" panose="020B0600070205080204" pitchFamily="34" charset="-128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C0F267D-C67C-447F-9B4A-A8BD05D266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604440"/>
              </p:ext>
            </p:extLst>
          </p:nvPr>
        </p:nvGraphicFramePr>
        <p:xfrm>
          <a:off x="15160750" y="10204768"/>
          <a:ext cx="8650226" cy="396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5113">
                  <a:extLst>
                    <a:ext uri="{9D8B030D-6E8A-4147-A177-3AD203B41FA5}">
                      <a16:colId xmlns:a16="http://schemas.microsoft.com/office/drawing/2014/main" val="2720561126"/>
                    </a:ext>
                  </a:extLst>
                </a:gridCol>
                <a:gridCol w="4325113">
                  <a:extLst>
                    <a:ext uri="{9D8B030D-6E8A-4147-A177-3AD203B41FA5}">
                      <a16:colId xmlns:a16="http://schemas.microsoft.com/office/drawing/2014/main" val="29001660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L" sz="3200" kern="1200" dirty="0">
                          <a:solidFill>
                            <a:srgbClr val="3D7EDB"/>
                          </a:solidFill>
                          <a:latin typeface="+mn-lt"/>
                          <a:ea typeface="ＭＳ Ｐゴシック" panose="020B0600070205080204" pitchFamily="34" charset="-128"/>
                          <a:cs typeface="+mn-cs"/>
                        </a:rPr>
                        <a:t>Profesor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3200" kern="1200" dirty="0">
                          <a:solidFill>
                            <a:srgbClr val="3D7EDB"/>
                          </a:solidFill>
                          <a:latin typeface="+mn-lt"/>
                          <a:ea typeface="ＭＳ Ｐゴシック"/>
                          <a:cs typeface="+mn-cs"/>
                        </a:rPr>
                        <a:t>Ignacio Arias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3200" kern="1200" dirty="0">
                          <a:solidFill>
                            <a:srgbClr val="3D7EDB"/>
                          </a:solidFill>
                          <a:latin typeface="+mn-lt"/>
                          <a:ea typeface="ＭＳ Ｐゴシック"/>
                          <a:cs typeface="+mn-cs"/>
                        </a:rPr>
                        <a:t>Camila Soto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332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3200" kern="1200" dirty="0">
                          <a:solidFill>
                            <a:srgbClr val="3D7EDB"/>
                          </a:solidFill>
                          <a:latin typeface="+mn-lt"/>
                          <a:ea typeface="ＭＳ Ｐゴシック" panose="020B0600070205080204" pitchFamily="34" charset="-128"/>
                          <a:cs typeface="+mn-cs"/>
                        </a:rPr>
                        <a:t>Alumno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3200" kern="1200" dirty="0">
                          <a:solidFill>
                            <a:srgbClr val="3D7EDB"/>
                          </a:solidFill>
                          <a:latin typeface="+mn-lt"/>
                          <a:ea typeface="ＭＳ Ｐゴシック" panose="020B0600070205080204" pitchFamily="34" charset="-128"/>
                          <a:cs typeface="+mn-cs"/>
                        </a:rPr>
                        <a:t>Arturo Rojas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35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3200" kern="1200" dirty="0">
                          <a:solidFill>
                            <a:srgbClr val="3D7EDB"/>
                          </a:solidFill>
                          <a:latin typeface="+mn-lt"/>
                          <a:ea typeface="ＭＳ Ｐゴシック" panose="020B0600070205080204" pitchFamily="34" charset="-128"/>
                          <a:cs typeface="+mn-cs"/>
                        </a:rPr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3200" kern="1200" dirty="0">
                          <a:solidFill>
                            <a:srgbClr val="3D7EDB"/>
                          </a:solidFill>
                          <a:latin typeface="+mn-lt"/>
                          <a:ea typeface="ＭＳ Ｐゴシック"/>
                          <a:cs typeface="+mn-cs"/>
                        </a:rPr>
                        <a:t>13/06/2026</a:t>
                      </a:r>
                      <a:endParaRPr lang="es-E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880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L" sz="3200" kern="1200">
                        <a:solidFill>
                          <a:srgbClr val="3D7EDB"/>
                        </a:solidFill>
                        <a:latin typeface="+mn-lt"/>
                        <a:ea typeface="ＭＳ Ｐゴシック" panose="020B0600070205080204" pitchFamily="34" charset="-128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sz="3200" kern="1200" dirty="0">
                        <a:solidFill>
                          <a:srgbClr val="3D7EDB"/>
                        </a:solidFill>
                        <a:latin typeface="+mn-lt"/>
                        <a:ea typeface="ＭＳ Ｐゴシック" panose="020B0600070205080204" pitchFamily="34" charset="-128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430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L" sz="3200" kern="1200">
                        <a:solidFill>
                          <a:srgbClr val="3D7EDB"/>
                        </a:solidFill>
                        <a:latin typeface="+mn-lt"/>
                        <a:ea typeface="ＭＳ Ｐゴシック" panose="020B0600070205080204" pitchFamily="34" charset="-128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sz="3200" kern="1200" dirty="0">
                        <a:solidFill>
                          <a:srgbClr val="3D7EDB"/>
                        </a:solidFill>
                        <a:latin typeface="+mn-lt"/>
                        <a:ea typeface="ＭＳ Ｐゴシック" panose="020B0600070205080204" pitchFamily="34" charset="-128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576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L" sz="3200" kern="1200">
                        <a:solidFill>
                          <a:srgbClr val="3D7EDB"/>
                        </a:solidFill>
                        <a:latin typeface="+mn-lt"/>
                        <a:ea typeface="ＭＳ Ｐゴシック" panose="020B0600070205080204" pitchFamily="34" charset="-128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sz="3200" kern="1200" dirty="0">
                        <a:solidFill>
                          <a:srgbClr val="3D7EDB"/>
                        </a:solidFill>
                        <a:latin typeface="+mn-lt"/>
                        <a:ea typeface="ＭＳ Ｐゴシック" panose="020B0600070205080204" pitchFamily="34" charset="-128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5494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ítulo 1">
            <a:extLst>
              <a:ext uri="{FF2B5EF4-FFF2-40B4-BE49-F238E27FC236}">
                <a16:creationId xmlns:a16="http://schemas.microsoft.com/office/drawing/2014/main" id="{90132E1C-5CE1-BA59-B8C3-9478977A4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3387" y="876713"/>
            <a:ext cx="20807362" cy="2932113"/>
          </a:xfrm>
        </p:spPr>
        <p:txBody>
          <a:bodyPr anchor="t"/>
          <a:lstStyle/>
          <a:p>
            <a:pPr eaLnBrk="1" hangingPunct="1"/>
            <a:r>
              <a:rPr lang="es-ES" altLang="es-CL" dirty="0">
                <a:ea typeface="ＭＳ Ｐゴシック" panose="020B0600070205080204" pitchFamily="34" charset="-128"/>
              </a:rPr>
              <a:t>Índice de la Presentación</a:t>
            </a:r>
          </a:p>
        </p:txBody>
      </p:sp>
      <p:sp>
        <p:nvSpPr>
          <p:cNvPr id="7" name="Diamond 5">
            <a:extLst>
              <a:ext uri="{FF2B5EF4-FFF2-40B4-BE49-F238E27FC236}">
                <a16:creationId xmlns:a16="http://schemas.microsoft.com/office/drawing/2014/main" id="{40583F52-E5AC-9682-0165-99EE03B549B9}"/>
              </a:ext>
            </a:extLst>
          </p:cNvPr>
          <p:cNvSpPr/>
          <p:nvPr/>
        </p:nvSpPr>
        <p:spPr>
          <a:xfrm>
            <a:off x="1526802" y="2999665"/>
            <a:ext cx="2075934" cy="2075934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8" name="Diamond 9">
            <a:extLst>
              <a:ext uri="{FF2B5EF4-FFF2-40B4-BE49-F238E27FC236}">
                <a16:creationId xmlns:a16="http://schemas.microsoft.com/office/drawing/2014/main" id="{6D3EE905-D424-C62A-DA9C-50C6140F7B7A}"/>
              </a:ext>
            </a:extLst>
          </p:cNvPr>
          <p:cNvSpPr/>
          <p:nvPr/>
        </p:nvSpPr>
        <p:spPr>
          <a:xfrm>
            <a:off x="1526802" y="5620143"/>
            <a:ext cx="2075934" cy="2075934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5326C12C-476E-9065-27E7-3CC72A2583D5}"/>
              </a:ext>
            </a:extLst>
          </p:cNvPr>
          <p:cNvSpPr txBox="1"/>
          <p:nvPr/>
        </p:nvSpPr>
        <p:spPr>
          <a:xfrm>
            <a:off x="4580746" y="8770756"/>
            <a:ext cx="4974439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es-CL" sz="3200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Carta Gantt propuesta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5BB794A6-3D3E-E6FD-CB08-A1C9FCB358B7}"/>
              </a:ext>
            </a:extLst>
          </p:cNvPr>
          <p:cNvSpPr txBox="1"/>
          <p:nvPr/>
        </p:nvSpPr>
        <p:spPr>
          <a:xfrm>
            <a:off x="4580747" y="5844529"/>
            <a:ext cx="514275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es-CL" sz="3200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Metodología propuesta</a:t>
            </a:r>
          </a:p>
        </p:txBody>
      </p:sp>
      <p:sp>
        <p:nvSpPr>
          <p:cNvPr id="19" name="TextBox 25">
            <a:extLst>
              <a:ext uri="{FF2B5EF4-FFF2-40B4-BE49-F238E27FC236}">
                <a16:creationId xmlns:a16="http://schemas.microsoft.com/office/drawing/2014/main" id="{F3415ABA-0E8E-60BE-4DFA-91839C915B01}"/>
              </a:ext>
            </a:extLst>
          </p:cNvPr>
          <p:cNvSpPr txBox="1"/>
          <p:nvPr/>
        </p:nvSpPr>
        <p:spPr>
          <a:xfrm>
            <a:off x="2265295" y="3515393"/>
            <a:ext cx="473206" cy="101566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1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285037A7-D870-CD95-78A9-C1D7A1C1B8B2}"/>
              </a:ext>
            </a:extLst>
          </p:cNvPr>
          <p:cNvSpPr txBox="1"/>
          <p:nvPr/>
        </p:nvSpPr>
        <p:spPr>
          <a:xfrm>
            <a:off x="2252825" y="6150278"/>
            <a:ext cx="623889" cy="101566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2</a:t>
            </a:r>
          </a:p>
        </p:txBody>
      </p:sp>
      <p:sp>
        <p:nvSpPr>
          <p:cNvPr id="21" name="TextBox 27">
            <a:extLst>
              <a:ext uri="{FF2B5EF4-FFF2-40B4-BE49-F238E27FC236}">
                <a16:creationId xmlns:a16="http://schemas.microsoft.com/office/drawing/2014/main" id="{ED659CF2-920D-115B-F0AA-96622947244D}"/>
              </a:ext>
            </a:extLst>
          </p:cNvPr>
          <p:cNvSpPr txBox="1"/>
          <p:nvPr/>
        </p:nvSpPr>
        <p:spPr>
          <a:xfrm>
            <a:off x="2240001" y="8770756"/>
            <a:ext cx="649537" cy="101566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6000" b="1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3</a:t>
            </a:r>
          </a:p>
        </p:txBody>
      </p:sp>
      <p:sp>
        <p:nvSpPr>
          <p:cNvPr id="22" name="TextBox 28">
            <a:extLst>
              <a:ext uri="{FF2B5EF4-FFF2-40B4-BE49-F238E27FC236}">
                <a16:creationId xmlns:a16="http://schemas.microsoft.com/office/drawing/2014/main" id="{963D2F15-D78D-6011-857B-4069A37F9CAB}"/>
              </a:ext>
            </a:extLst>
          </p:cNvPr>
          <p:cNvSpPr txBox="1"/>
          <p:nvPr/>
        </p:nvSpPr>
        <p:spPr>
          <a:xfrm>
            <a:off x="2211948" y="11391233"/>
            <a:ext cx="705642" cy="101566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6000" b="1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4</a:t>
            </a:r>
          </a:p>
        </p:txBody>
      </p:sp>
      <p:sp>
        <p:nvSpPr>
          <p:cNvPr id="2" name="Diamond 9">
            <a:extLst>
              <a:ext uri="{FF2B5EF4-FFF2-40B4-BE49-F238E27FC236}">
                <a16:creationId xmlns:a16="http://schemas.microsoft.com/office/drawing/2014/main" id="{74EC755B-F3B8-1BE1-8C57-E59501B42A49}"/>
              </a:ext>
            </a:extLst>
          </p:cNvPr>
          <p:cNvSpPr/>
          <p:nvPr/>
        </p:nvSpPr>
        <p:spPr>
          <a:xfrm>
            <a:off x="1526802" y="8226212"/>
            <a:ext cx="2075934" cy="2075934"/>
          </a:xfrm>
          <a:prstGeom prst="diamond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3CE5516C-B766-40F2-9FDE-2CD823E49061}"/>
              </a:ext>
            </a:extLst>
          </p:cNvPr>
          <p:cNvSpPr txBox="1"/>
          <p:nvPr/>
        </p:nvSpPr>
        <p:spPr>
          <a:xfrm>
            <a:off x="4580746" y="3515393"/>
            <a:ext cx="2901756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es-CL" sz="32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Introducción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022F4C15-418F-1CB4-6F1E-F38A4788ED83}"/>
              </a:ext>
            </a:extLst>
          </p:cNvPr>
          <p:cNvSpPr txBox="1"/>
          <p:nvPr/>
        </p:nvSpPr>
        <p:spPr>
          <a:xfrm>
            <a:off x="2280877" y="8756347"/>
            <a:ext cx="649537" cy="101566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AFA7A-0C66-B912-ACEB-BD9014C19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uadroTexto 2">
            <a:extLst>
              <a:ext uri="{FF2B5EF4-FFF2-40B4-BE49-F238E27FC236}">
                <a16:creationId xmlns:a16="http://schemas.microsoft.com/office/drawing/2014/main" id="{966BC5C3-C508-6C8C-EAB2-D0A492657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65" y="2516973"/>
            <a:ext cx="7377622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/>
            <a:r>
              <a:rPr lang="es-ES" altLang="es-CL" sz="66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Introducción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858A29B-8344-B221-4ACF-BB7470872368}"/>
              </a:ext>
            </a:extLst>
          </p:cNvPr>
          <p:cNvCxnSpPr/>
          <p:nvPr/>
        </p:nvCxnSpPr>
        <p:spPr bwMode="auto">
          <a:xfrm>
            <a:off x="503853" y="3806890"/>
            <a:ext cx="7611447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tx2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0" name="Diamond 9">
            <a:extLst>
              <a:ext uri="{FF2B5EF4-FFF2-40B4-BE49-F238E27FC236}">
                <a16:creationId xmlns:a16="http://schemas.microsoft.com/office/drawing/2014/main" id="{D26A3C1C-6D80-90D9-F6DF-247E36525A61}"/>
              </a:ext>
            </a:extLst>
          </p:cNvPr>
          <p:cNvSpPr/>
          <p:nvPr/>
        </p:nvSpPr>
        <p:spPr>
          <a:xfrm>
            <a:off x="3355602" y="5096808"/>
            <a:ext cx="2075934" cy="2075934"/>
          </a:xfrm>
          <a:prstGeom prst="diamond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BC7A8947-18E0-1C8D-4083-7F1CF528856C}"/>
              </a:ext>
            </a:extLst>
          </p:cNvPr>
          <p:cNvSpPr txBox="1"/>
          <p:nvPr/>
        </p:nvSpPr>
        <p:spPr>
          <a:xfrm>
            <a:off x="4156966" y="5626943"/>
            <a:ext cx="473207" cy="101566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1</a:t>
            </a:r>
            <a:endParaRPr lang="en-US" sz="6000" b="1" dirty="0">
              <a:solidFill>
                <a:schemeClr val="bg1"/>
              </a:solidFill>
              <a:latin typeface="Poppins" pitchFamily="2" charset="77"/>
              <a:ea typeface="League Spartan" charset="0"/>
              <a:cs typeface="Poppins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F085D23-DBDE-1072-CB4A-92CB0A5D4D92}"/>
              </a:ext>
            </a:extLst>
          </p:cNvPr>
          <p:cNvSpPr txBox="1"/>
          <p:nvPr/>
        </p:nvSpPr>
        <p:spPr>
          <a:xfrm>
            <a:off x="10680190" y="11447373"/>
            <a:ext cx="115945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L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0C1F83E-F2CD-BAA1-36CD-A887AE650F03}"/>
              </a:ext>
            </a:extLst>
          </p:cNvPr>
          <p:cNvSpPr txBox="1"/>
          <p:nvPr/>
        </p:nvSpPr>
        <p:spPr>
          <a:xfrm>
            <a:off x="10040103" y="3503984"/>
            <a:ext cx="1313516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¿Qué se busca realizar?</a:t>
            </a:r>
          </a:p>
          <a:p>
            <a:endParaRPr lang="es-CL" dirty="0"/>
          </a:p>
          <a:p>
            <a:pPr algn="just"/>
            <a:r>
              <a:rPr lang="es-CL" dirty="0"/>
              <a:t>La actividad de graduación, analiza la operación de un sistema FV+BESS en el norte de Chile, integrando generación fotovoltaica simulada, datos reales del CEN, estrategias de operación del BESS para la estimación del costo asociado a la degradación del activo.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8F1CDA9-647F-BF2C-4617-66BB53599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02" y="8169378"/>
            <a:ext cx="13135165" cy="2121408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3062FADC-7E91-3096-47A9-28FBD7189700}"/>
              </a:ext>
            </a:extLst>
          </p:cNvPr>
          <p:cNvSpPr txBox="1"/>
          <p:nvPr/>
        </p:nvSpPr>
        <p:spPr>
          <a:xfrm>
            <a:off x="10040103" y="6990843"/>
            <a:ext cx="131351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Flujo general de la actividad de graduación</a:t>
            </a:r>
          </a:p>
        </p:txBody>
      </p:sp>
    </p:spTree>
    <p:extLst>
      <p:ext uri="{BB962C8B-B14F-4D97-AF65-F5344CB8AC3E}">
        <p14:creationId xmlns:p14="http://schemas.microsoft.com/office/powerpoint/2010/main" val="4286393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DDC36-296B-C8EA-95D3-765134DAC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93294D15-5013-E134-88F5-E36CA7198795}"/>
              </a:ext>
            </a:extLst>
          </p:cNvPr>
          <p:cNvCxnSpPr/>
          <p:nvPr/>
        </p:nvCxnSpPr>
        <p:spPr bwMode="auto">
          <a:xfrm>
            <a:off x="503853" y="3806890"/>
            <a:ext cx="7611447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tx2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0" name="Diamond 9">
            <a:extLst>
              <a:ext uri="{FF2B5EF4-FFF2-40B4-BE49-F238E27FC236}">
                <a16:creationId xmlns:a16="http://schemas.microsoft.com/office/drawing/2014/main" id="{30667F46-0677-F806-303F-6D5CBFF2D5B0}"/>
              </a:ext>
            </a:extLst>
          </p:cNvPr>
          <p:cNvSpPr/>
          <p:nvPr/>
        </p:nvSpPr>
        <p:spPr>
          <a:xfrm>
            <a:off x="3355602" y="5096808"/>
            <a:ext cx="2075934" cy="2075934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46F383C4-2C44-34AB-2C07-BADCEBEAEBA0}"/>
              </a:ext>
            </a:extLst>
          </p:cNvPr>
          <p:cNvSpPr txBox="1"/>
          <p:nvPr/>
        </p:nvSpPr>
        <p:spPr>
          <a:xfrm>
            <a:off x="4081625" y="5626943"/>
            <a:ext cx="623889" cy="101566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6000" b="1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2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52F430C-80D6-4454-9888-8CDD548A370B}"/>
              </a:ext>
            </a:extLst>
          </p:cNvPr>
          <p:cNvSpPr txBox="1"/>
          <p:nvPr/>
        </p:nvSpPr>
        <p:spPr>
          <a:xfrm>
            <a:off x="10131552" y="3503284"/>
            <a:ext cx="1313516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/>
          </a:p>
          <a:p>
            <a:r>
              <a:rPr lang="es-MX" dirty="0"/>
              <a:t>Bloque 1: Datos meteorológicos y simulación en SAM + datos CEN          (CEME1)</a:t>
            </a:r>
          </a:p>
          <a:p>
            <a:r>
              <a:rPr lang="es-MX" dirty="0"/>
              <a:t>Bloque 2: Operación del sistema BESS</a:t>
            </a:r>
          </a:p>
          <a:p>
            <a:r>
              <a:rPr lang="es-MX" dirty="0"/>
              <a:t>Bloque 3: Degradación del BESS</a:t>
            </a:r>
          </a:p>
          <a:p>
            <a:r>
              <a:rPr lang="es-MX" dirty="0"/>
              <a:t>Bloque 4: Costo técnico y económico de degradación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dirty="0"/>
              <a:t>Objetivo: cuantificar el equilibrio entre ingresos, recuperación de </a:t>
            </a:r>
            <a:r>
              <a:rPr lang="es-MX" dirty="0" err="1"/>
              <a:t>curtailment</a:t>
            </a:r>
            <a:r>
              <a:rPr lang="es-MX" dirty="0"/>
              <a:t> y desgaste del activo.</a:t>
            </a:r>
          </a:p>
          <a:p>
            <a:endParaRPr lang="es-CL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AF71042-9C8F-FDD3-F002-48D4B4B66904}"/>
              </a:ext>
            </a:extLst>
          </p:cNvPr>
          <p:cNvSpPr txBox="1">
            <a:spLocks/>
          </p:cNvSpPr>
          <p:nvPr/>
        </p:nvSpPr>
        <p:spPr bwMode="auto">
          <a:xfrm>
            <a:off x="805025" y="2563157"/>
            <a:ext cx="7177087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585788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 defTabSz="585788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 defTabSz="585788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 defTabSz="585788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 defTabSz="585788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5857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5857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5857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5857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/>
            <a:r>
              <a:rPr lang="es-ES" altLang="es-CL" sz="7200" dirty="0">
                <a:solidFill>
                  <a:schemeClr val="bg1">
                    <a:lumMod val="65000"/>
                  </a:schemeClr>
                </a:solidFill>
              </a:rPr>
              <a:t>Metodología</a:t>
            </a:r>
          </a:p>
        </p:txBody>
      </p:sp>
    </p:spTree>
    <p:extLst>
      <p:ext uri="{BB962C8B-B14F-4D97-AF65-F5344CB8AC3E}">
        <p14:creationId xmlns:p14="http://schemas.microsoft.com/office/powerpoint/2010/main" val="3808183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0676B-026F-684B-E7DB-F2E89EC93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327DA124-8CE6-2AEC-B740-D6881ED5CE95}"/>
              </a:ext>
            </a:extLst>
          </p:cNvPr>
          <p:cNvCxnSpPr/>
          <p:nvPr/>
        </p:nvCxnSpPr>
        <p:spPr bwMode="auto">
          <a:xfrm>
            <a:off x="503853" y="3806890"/>
            <a:ext cx="7611447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tx2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0" name="Diamond 9">
            <a:extLst>
              <a:ext uri="{FF2B5EF4-FFF2-40B4-BE49-F238E27FC236}">
                <a16:creationId xmlns:a16="http://schemas.microsoft.com/office/drawing/2014/main" id="{81A5FF8B-8E13-C927-C0D2-E244AAA32949}"/>
              </a:ext>
            </a:extLst>
          </p:cNvPr>
          <p:cNvSpPr/>
          <p:nvPr/>
        </p:nvSpPr>
        <p:spPr>
          <a:xfrm>
            <a:off x="3355602" y="5096808"/>
            <a:ext cx="2075934" cy="2075934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1C6ED010-D336-B9D4-A4B6-DFD66D00C13D}"/>
              </a:ext>
            </a:extLst>
          </p:cNvPr>
          <p:cNvSpPr txBox="1"/>
          <p:nvPr/>
        </p:nvSpPr>
        <p:spPr>
          <a:xfrm>
            <a:off x="4081625" y="5626943"/>
            <a:ext cx="623889" cy="101566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6000" b="1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2408EF1-C10E-D35E-68E9-3DD49599B77F}"/>
              </a:ext>
            </a:extLst>
          </p:cNvPr>
          <p:cNvSpPr txBox="1"/>
          <p:nvPr/>
        </p:nvSpPr>
        <p:spPr>
          <a:xfrm>
            <a:off x="10680192" y="10716768"/>
            <a:ext cx="115945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B05AAD2-E9A1-4878-78F6-4CAA1BEE3E71}"/>
              </a:ext>
            </a:extLst>
          </p:cNvPr>
          <p:cNvSpPr txBox="1"/>
          <p:nvPr/>
        </p:nvSpPr>
        <p:spPr>
          <a:xfrm>
            <a:off x="10259568" y="3829982"/>
            <a:ext cx="1313516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Metodología Bloque 1:</a:t>
            </a:r>
          </a:p>
          <a:p>
            <a:endParaRPr lang="es-MX" dirty="0"/>
          </a:p>
          <a:p>
            <a:r>
              <a:rPr lang="es-MX" dirty="0"/>
              <a:t>1.1 Obtención y análisis de datos meteorológicos</a:t>
            </a:r>
          </a:p>
          <a:p>
            <a:r>
              <a:rPr lang="es-MX" dirty="0"/>
              <a:t>- Explorador Solar de Chile (TMY)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dirty="0"/>
              <a:t>1.2 Simulación de CEME1 en SAM</a:t>
            </a:r>
          </a:p>
          <a:p>
            <a:r>
              <a:rPr lang="es-MX" dirty="0"/>
              <a:t>- Arquitectura real de la planta</a:t>
            </a:r>
          </a:p>
          <a:p>
            <a:r>
              <a:rPr lang="es-MX" dirty="0"/>
              <a:t>- Configuración de módulos e inversores</a:t>
            </a:r>
          </a:p>
          <a:p>
            <a:r>
              <a:rPr lang="es-MX" dirty="0"/>
              <a:t>- Estimación de </a:t>
            </a:r>
            <a:r>
              <a:rPr lang="es-MX" dirty="0" err="1"/>
              <a:t>Egrid</a:t>
            </a:r>
            <a:endParaRPr lang="es-MX" dirty="0"/>
          </a:p>
          <a:p>
            <a:r>
              <a:rPr lang="es-MX" dirty="0"/>
              <a:t>- Comparación con datos CEN</a:t>
            </a:r>
          </a:p>
          <a:p>
            <a:endParaRPr lang="es-CL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E7F5ADC3-E566-59A4-6773-1EFEF2ECA3D8}"/>
              </a:ext>
            </a:extLst>
          </p:cNvPr>
          <p:cNvSpPr txBox="1">
            <a:spLocks/>
          </p:cNvSpPr>
          <p:nvPr/>
        </p:nvSpPr>
        <p:spPr bwMode="auto">
          <a:xfrm>
            <a:off x="805025" y="2563157"/>
            <a:ext cx="7177087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585788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 defTabSz="585788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 defTabSz="585788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 defTabSz="585788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 defTabSz="585788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5857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5857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5857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5857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/>
            <a:r>
              <a:rPr lang="es-ES" altLang="es-CL" sz="7200" dirty="0">
                <a:solidFill>
                  <a:schemeClr val="bg1">
                    <a:lumMod val="65000"/>
                  </a:schemeClr>
                </a:solidFill>
              </a:rPr>
              <a:t>Metodología</a:t>
            </a:r>
          </a:p>
        </p:txBody>
      </p:sp>
    </p:spTree>
    <p:extLst>
      <p:ext uri="{BB962C8B-B14F-4D97-AF65-F5344CB8AC3E}">
        <p14:creationId xmlns:p14="http://schemas.microsoft.com/office/powerpoint/2010/main" val="1179396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4F094-E922-DF4E-001E-58228E40E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13F8600-DBBF-4110-3C21-116FC8BD009F}"/>
              </a:ext>
            </a:extLst>
          </p:cNvPr>
          <p:cNvCxnSpPr/>
          <p:nvPr/>
        </p:nvCxnSpPr>
        <p:spPr bwMode="auto">
          <a:xfrm>
            <a:off x="503853" y="3806890"/>
            <a:ext cx="7611447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tx2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0" name="Diamond 9">
            <a:extLst>
              <a:ext uri="{FF2B5EF4-FFF2-40B4-BE49-F238E27FC236}">
                <a16:creationId xmlns:a16="http://schemas.microsoft.com/office/drawing/2014/main" id="{8B5AC7CE-F092-0E3F-01F1-70C213E4A974}"/>
              </a:ext>
            </a:extLst>
          </p:cNvPr>
          <p:cNvSpPr/>
          <p:nvPr/>
        </p:nvSpPr>
        <p:spPr>
          <a:xfrm>
            <a:off x="3355602" y="5096808"/>
            <a:ext cx="2075934" cy="2075934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7906062D-7329-8B94-FD2A-FCE9612F0B49}"/>
              </a:ext>
            </a:extLst>
          </p:cNvPr>
          <p:cNvSpPr txBox="1"/>
          <p:nvPr/>
        </p:nvSpPr>
        <p:spPr>
          <a:xfrm>
            <a:off x="4081625" y="5626943"/>
            <a:ext cx="623889" cy="101566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6000" b="1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2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FC976FC-91CF-A07F-176E-AA9C2A8030D0}"/>
              </a:ext>
            </a:extLst>
          </p:cNvPr>
          <p:cNvSpPr txBox="1"/>
          <p:nvPr/>
        </p:nvSpPr>
        <p:spPr>
          <a:xfrm>
            <a:off x="9619488" y="2823260"/>
            <a:ext cx="13135165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/>
          </a:p>
          <a:p>
            <a:r>
              <a:rPr lang="es-MX" sz="3600" dirty="0"/>
              <a:t>Metodología Bloque 2, 3 y 4</a:t>
            </a:r>
          </a:p>
          <a:p>
            <a:endParaRPr lang="es-MX" sz="3600" dirty="0"/>
          </a:p>
          <a:p>
            <a:r>
              <a:rPr lang="es-MX" sz="3200" dirty="0"/>
              <a:t>Bloque 2: Estrategias de operación BESS</a:t>
            </a:r>
          </a:p>
          <a:p>
            <a:r>
              <a:rPr lang="es-MX" sz="3200" dirty="0"/>
              <a:t>- Enfoque Price-Taker con estrategia por definir</a:t>
            </a:r>
          </a:p>
          <a:p>
            <a:endParaRPr lang="es-MX" sz="3200" dirty="0"/>
          </a:p>
          <a:p>
            <a:r>
              <a:rPr lang="es-MX" sz="3200" dirty="0"/>
              <a:t>Bloque 3: Estimación de degradación</a:t>
            </a:r>
          </a:p>
          <a:p>
            <a:r>
              <a:rPr lang="es-MX" sz="3200" dirty="0"/>
              <a:t>- </a:t>
            </a:r>
            <a:r>
              <a:rPr lang="es-MX" sz="3200" dirty="0" err="1"/>
              <a:t>SoC</a:t>
            </a:r>
            <a:r>
              <a:rPr lang="es-MX" sz="3200" dirty="0"/>
              <a:t>, DoD, ciclos equivalentes, SOH</a:t>
            </a:r>
          </a:p>
          <a:p>
            <a:endParaRPr lang="es-MX" sz="3200" dirty="0"/>
          </a:p>
          <a:p>
            <a:r>
              <a:rPr lang="es-MX" sz="3200" dirty="0"/>
              <a:t>Bloque 4: Evaluación económica</a:t>
            </a:r>
          </a:p>
          <a:p>
            <a:r>
              <a:rPr lang="es-MX" sz="3200" dirty="0"/>
              <a:t>- USD/ciclo</a:t>
            </a:r>
          </a:p>
          <a:p>
            <a:r>
              <a:rPr lang="es-MX" sz="3200" dirty="0"/>
              <a:t>- USD/</a:t>
            </a:r>
            <a:r>
              <a:rPr lang="es-MX" sz="3200" dirty="0" err="1"/>
              <a:t>MWh</a:t>
            </a:r>
            <a:r>
              <a:rPr lang="es-MX" sz="3200" dirty="0"/>
              <a:t> descargado</a:t>
            </a:r>
          </a:p>
          <a:p>
            <a:r>
              <a:rPr lang="es-MX" sz="3200" dirty="0"/>
              <a:t>- Costo anual de degradación</a:t>
            </a:r>
            <a:endParaRPr lang="es-MX" dirty="0"/>
          </a:p>
          <a:p>
            <a:endParaRPr lang="es-CL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8D74EBC-D165-C352-9C3C-DB9DB82413DF}"/>
              </a:ext>
            </a:extLst>
          </p:cNvPr>
          <p:cNvSpPr txBox="1">
            <a:spLocks/>
          </p:cNvSpPr>
          <p:nvPr/>
        </p:nvSpPr>
        <p:spPr bwMode="auto">
          <a:xfrm>
            <a:off x="805025" y="2563157"/>
            <a:ext cx="7177087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585788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 defTabSz="585788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 defTabSz="585788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 defTabSz="585788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 defTabSz="585788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5857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5857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5857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5857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/>
            <a:r>
              <a:rPr lang="es-ES" altLang="es-CL" sz="7200" dirty="0">
                <a:solidFill>
                  <a:schemeClr val="bg1">
                    <a:lumMod val="65000"/>
                  </a:schemeClr>
                </a:solidFill>
              </a:rPr>
              <a:t>Metodología</a:t>
            </a:r>
          </a:p>
        </p:txBody>
      </p:sp>
    </p:spTree>
    <p:extLst>
      <p:ext uri="{BB962C8B-B14F-4D97-AF65-F5344CB8AC3E}">
        <p14:creationId xmlns:p14="http://schemas.microsoft.com/office/powerpoint/2010/main" val="3371853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3E5A0-5C2D-93AC-7214-5548F9264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A25B7B6F-694C-9099-C759-FCFB8851427E}"/>
              </a:ext>
            </a:extLst>
          </p:cNvPr>
          <p:cNvCxnSpPr/>
          <p:nvPr/>
        </p:nvCxnSpPr>
        <p:spPr bwMode="auto">
          <a:xfrm>
            <a:off x="503853" y="3806890"/>
            <a:ext cx="7611447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tx2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0" name="Diamond 9">
            <a:extLst>
              <a:ext uri="{FF2B5EF4-FFF2-40B4-BE49-F238E27FC236}">
                <a16:creationId xmlns:a16="http://schemas.microsoft.com/office/drawing/2014/main" id="{1B1B324C-F4C8-7455-38E2-3F366120AD6D}"/>
              </a:ext>
            </a:extLst>
          </p:cNvPr>
          <p:cNvSpPr/>
          <p:nvPr/>
        </p:nvSpPr>
        <p:spPr>
          <a:xfrm>
            <a:off x="3355602" y="5096808"/>
            <a:ext cx="2075934" cy="2075934"/>
          </a:xfrm>
          <a:prstGeom prst="diamond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B9F622F4-35C3-4499-8E85-AD4ACE36D343}"/>
              </a:ext>
            </a:extLst>
          </p:cNvPr>
          <p:cNvSpPr txBox="1"/>
          <p:nvPr/>
        </p:nvSpPr>
        <p:spPr>
          <a:xfrm>
            <a:off x="4068801" y="5626943"/>
            <a:ext cx="649537" cy="101566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3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B4F8611-2E15-A992-205C-B2641E3A5F66}"/>
              </a:ext>
            </a:extLst>
          </p:cNvPr>
          <p:cNvSpPr txBox="1"/>
          <p:nvPr/>
        </p:nvSpPr>
        <p:spPr>
          <a:xfrm>
            <a:off x="9582912" y="3364785"/>
            <a:ext cx="131351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/>
          </a:p>
          <a:p>
            <a:endParaRPr lang="es-CL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7A03E5-8AED-0B6F-524B-85C5BD55CFA8}"/>
              </a:ext>
            </a:extLst>
          </p:cNvPr>
          <p:cNvSpPr txBox="1">
            <a:spLocks/>
          </p:cNvSpPr>
          <p:nvPr/>
        </p:nvSpPr>
        <p:spPr bwMode="auto">
          <a:xfrm>
            <a:off x="805025" y="1561401"/>
            <a:ext cx="7177087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585788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1pPr>
            <a:lvl2pPr marL="742950" indent="-285750" defTabSz="585788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2pPr>
            <a:lvl3pPr marL="1143000" indent="-228600" defTabSz="585788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3pPr>
            <a:lvl4pPr marL="1600200" indent="-228600" defTabSz="585788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4pPr>
            <a:lvl5pPr marL="2057400" indent="-228600" defTabSz="585788"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5pPr>
            <a:lvl6pPr marL="2514600" indent="-228600" defTabSz="5857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6pPr>
            <a:lvl7pPr marL="2971800" indent="-228600" defTabSz="5857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7pPr>
            <a:lvl8pPr marL="3429000" indent="-228600" defTabSz="5857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8pPr>
            <a:lvl9pPr marL="3886200" indent="-228600" defTabSz="5857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panose="02000503000000020004" pitchFamily="2" charset="0"/>
                <a:ea typeface="ＭＳ Ｐゴシック" panose="020B0600070205080204" pitchFamily="34" charset="-128"/>
                <a:sym typeface="Helvetica Neue" panose="02000503000000020004" pitchFamily="2" charset="0"/>
              </a:defRPr>
            </a:lvl9pPr>
          </a:lstStyle>
          <a:p>
            <a:pPr algn="ctr"/>
            <a:r>
              <a:rPr lang="es-ES" altLang="es-CL" sz="7200" dirty="0">
                <a:solidFill>
                  <a:schemeClr val="bg1">
                    <a:lumMod val="65000"/>
                  </a:schemeClr>
                </a:solidFill>
              </a:rPr>
              <a:t>Carta Gantt Propuesta</a:t>
            </a: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636E87A5-BC98-3461-D809-E48C2A8E7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610879"/>
              </p:ext>
            </p:extLst>
          </p:nvPr>
        </p:nvGraphicFramePr>
        <p:xfrm>
          <a:off x="9235439" y="3872616"/>
          <a:ext cx="13135168" cy="4503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1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1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1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1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1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18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18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418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00658">
                <a:tc>
                  <a:txBody>
                    <a:bodyPr/>
                    <a:lstStyle/>
                    <a:p>
                      <a:r>
                        <a:rPr dirty="0" err="1"/>
                        <a:t>Actividad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658">
                <a:tc>
                  <a:txBody>
                    <a:bodyPr/>
                    <a:lstStyle/>
                    <a:p>
                      <a:r>
                        <a:t>Bloque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■■■■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658">
                <a:tc>
                  <a:txBody>
                    <a:bodyPr/>
                    <a:lstStyle/>
                    <a:p>
                      <a:r>
                        <a:t>Bloque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■■■■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■■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658">
                <a:tc>
                  <a:txBody>
                    <a:bodyPr/>
                    <a:lstStyle/>
                    <a:p>
                      <a:r>
                        <a:t>Bloque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■■■■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■■■■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658">
                <a:tc>
                  <a:txBody>
                    <a:bodyPr/>
                    <a:lstStyle/>
                    <a:p>
                      <a:r>
                        <a:t>Bloque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■■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■■■■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■■■■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687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62522F-E2B4-AC6D-CC92-7062FC62CB64}"/>
              </a:ext>
            </a:extLst>
          </p:cNvPr>
          <p:cNvSpPr txBox="1">
            <a:spLocks/>
          </p:cNvSpPr>
          <p:nvPr/>
        </p:nvSpPr>
        <p:spPr>
          <a:xfrm>
            <a:off x="0" y="2517204"/>
            <a:ext cx="24479250" cy="2932112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s-ES" altLang="es-CL" sz="7200">
                <a:solidFill>
                  <a:srgbClr val="307DE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MUCHAS 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INICIAL FONDO BLANC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LIBRE FONDO BLANCO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White - Título y viñetas">
      <a:majorFont>
        <a:latin typeface="Arial"/>
        <a:ea typeface="ＭＳ Ｐゴシック"/>
        <a:cs typeface="Arial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0" tIns="0" rIns="0" bIns="0" numCol="1" anchor="ctr" anchorCtr="0" compatLnSpc="1">
        <a:prstTxWarp prst="textNoShape">
          <a:avLst/>
        </a:prstTxWarp>
        <a:spAutoFit/>
      </a:bodyPr>
      <a:lstStyle>
        <a:defPPr marL="0" marR="0" indent="0" algn="ctr" defTabSz="8255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3000" b="1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ＭＳ Ｐゴシック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0" tIns="0" rIns="0" bIns="0" numCol="1" anchor="ctr" anchorCtr="0" compatLnSpc="1">
        <a:prstTxWarp prst="textNoShape">
          <a:avLst/>
        </a:prstTxWarp>
        <a:spAutoFit/>
      </a:bodyPr>
      <a:lstStyle>
        <a:defPPr marL="0" marR="0" indent="0" algn="ctr" defTabSz="8255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3000" b="1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ＭＳ Ｐゴシック" charset="0"/>
            <a:cs typeface="Helvetica Neue" charset="0"/>
            <a:sym typeface="Helvetica Neue" charset="0"/>
          </a:defRPr>
        </a:defPPr>
      </a:lstStyle>
    </a:lnDef>
  </a:objectDefaults>
  <a:extraClrSchemeLst/>
</a:theme>
</file>

<file path=ppt/theme/theme4.xml><?xml version="1.0" encoding="utf-8"?>
<a:theme xmlns:a="http://schemas.openxmlformats.org/drawingml/2006/main" name="2_DISEÑO FONDO BLANC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2_LIBRE FONDO AZU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3_FINA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30D13EB03CFA46896655FA61226709" ma:contentTypeVersion="15" ma:contentTypeDescription="Create a new document." ma:contentTypeScope="" ma:versionID="1e1df56f9ef89241ac25b6fff817f633">
  <xsd:schema xmlns:xsd="http://www.w3.org/2001/XMLSchema" xmlns:xs="http://www.w3.org/2001/XMLSchema" xmlns:p="http://schemas.microsoft.com/office/2006/metadata/properties" xmlns:ns2="c17ff9ce-9097-4486-a119-d40991dc48de" xmlns:ns3="b04b6159-a11c-4aba-9cc9-3dde8513780c" targetNamespace="http://schemas.microsoft.com/office/2006/metadata/properties" ma:root="true" ma:fieldsID="35fe2cd1ff3ea9f4ae841c33c7d36c59" ns2:_="" ns3:_="">
    <xsd:import namespace="c17ff9ce-9097-4486-a119-d40991dc48de"/>
    <xsd:import namespace="b04b6159-a11c-4aba-9cc9-3dde851378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7ff9ce-9097-4486-a119-d40991dc48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cc44c076-1990-432d-b910-f78c9fed31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4b6159-a11c-4aba-9cc9-3dde8513780c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d40464c1-bcb9-43ff-9bc0-de5f0c414afc}" ma:internalName="TaxCatchAll" ma:showField="CatchAllData" ma:web="b04b6159-a11c-4aba-9cc9-3dde8513780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04b6159-a11c-4aba-9cc9-3dde8513780c" xsi:nil="true"/>
    <lcf76f155ced4ddcb4097134ff3c332f xmlns="c17ff9ce-9097-4486-a119-d40991dc48d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10DF147-959D-469B-800C-45DA417CF529}">
  <ds:schemaRefs>
    <ds:schemaRef ds:uri="b04b6159-a11c-4aba-9cc9-3dde8513780c"/>
    <ds:schemaRef ds:uri="c17ff9ce-9097-4486-a119-d40991dc48d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50B1CC7-A541-4021-88EC-76B5A8248B7B}">
  <ds:schemaRefs>
    <ds:schemaRef ds:uri="b04b6159-a11c-4aba-9cc9-3dde8513780c"/>
    <ds:schemaRef ds:uri="c17ff9ce-9097-4486-a119-d40991dc48de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A1B923B-AEFF-40C1-AD20-3C4AA25240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298</Words>
  <Application>Microsoft Office PowerPoint</Application>
  <PresentationFormat>Personalizado</PresentationFormat>
  <Paragraphs>82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6</vt:i4>
      </vt:variant>
      <vt:variant>
        <vt:lpstr>Títulos de diapositiva</vt:lpstr>
      </vt:variant>
      <vt:variant>
        <vt:i4>8</vt:i4>
      </vt:variant>
    </vt:vector>
  </HeadingPairs>
  <TitlesOfParts>
    <vt:vector size="19" baseType="lpstr">
      <vt:lpstr>ＭＳ Ｐゴシック</vt:lpstr>
      <vt:lpstr>Arial</vt:lpstr>
      <vt:lpstr>Calibri</vt:lpstr>
      <vt:lpstr>Helvetica Neue</vt:lpstr>
      <vt:lpstr>Poppins</vt:lpstr>
      <vt:lpstr>1_INICIAL FONDO BLANCO</vt:lpstr>
      <vt:lpstr>Diseño personalizado</vt:lpstr>
      <vt:lpstr>1_LIBRE FONDO BLANCO</vt:lpstr>
      <vt:lpstr>2_DISEÑO FONDO BLANCO</vt:lpstr>
      <vt:lpstr>2_LIBRE FONDO AZUL</vt:lpstr>
      <vt:lpstr>3_FINAL</vt:lpstr>
      <vt:lpstr>Operación y Degradación de Sistemas FV+BESS bajo Curtailment Solar en el Norte de Chile Seminario de Graduación II</vt:lpstr>
      <vt:lpstr>Índice de la Presentación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Arturo Ignacio Rojas Hermosilla</cp:lastModifiedBy>
  <cp:revision>16</cp:revision>
  <cp:lastPrinted>2024-01-11T14:04:41Z</cp:lastPrinted>
  <dcterms:created xsi:type="dcterms:W3CDTF">2020-04-21T22:22:38Z</dcterms:created>
  <dcterms:modified xsi:type="dcterms:W3CDTF">2026-06-13T20:09:22Z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0x0101002A30D13EB03CFA46896655FA61226709</vt:lpwstr>
  </property>
  <property fmtid="{D5CDD505-2E9C-101B-9397-08002B2CF9AE}" pid="3" name="MediaServiceImageTags">
    <vt:lpwstr/>
  </property>
</Properties>
</file>